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2" r:id="rId2"/>
    <p:sldId id="276" r:id="rId3"/>
    <p:sldId id="277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56" r:id="rId14"/>
    <p:sldId id="257" r:id="rId15"/>
    <p:sldId id="270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</p:sldIdLst>
  <p:sldSz cx="19199225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8C66EF-1635-4A56-83AD-9D087C169E7A}" v="89" dt="2026-07-07T15:33:30.7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6" autoAdjust="0"/>
    <p:restoredTop sz="94660"/>
  </p:normalViewPr>
  <p:slideViewPr>
    <p:cSldViewPr snapToGrid="0">
      <p:cViewPr varScale="1">
        <p:scale>
          <a:sx n="67" d="100"/>
          <a:sy n="67" d="100"/>
        </p:scale>
        <p:origin x="210" y="-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UNYAN, Jack (NHS HUMBER HEALTH PARTNERSHIP - RWA)" userId="cc86845f-be38-43df-904e-f1295fc07ff6" providerId="ADAL" clId="{203D993B-4EA0-4727-B616-4A4EDAEC11B2}"/>
    <pc:docChg chg="undo custSel addSld delSld modSld sldOrd modMainMaster">
      <pc:chgData name="BUNYAN, Jack (NHS HUMBER HEALTH PARTNERSHIP - RWA)" userId="cc86845f-be38-43df-904e-f1295fc07ff6" providerId="ADAL" clId="{203D993B-4EA0-4727-B616-4A4EDAEC11B2}" dt="2026-07-07T15:41:52.556" v="1834" actId="14100"/>
      <pc:docMkLst>
        <pc:docMk/>
      </pc:docMkLst>
      <pc:sldChg chg="modSp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610676868" sldId="256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4" creationId="{2E578B46-C197-7A77-A295-671B26905C7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20" creationId="{E344AF21-490D-9B35-C21D-082263ADFAF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42" creationId="{B14992D1-65EA-C239-A658-E502A768E52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44" creationId="{6F591CF1-28D4-C118-093C-9EA3BB5B4FA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48" creationId="{7CDBF2D7-06B9-89DA-45A9-8C5C3BA3264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60" creationId="{10A13888-08D2-21C9-93F7-6A58C13F9F7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64" creationId="{FC441E19-002E-05DE-B69A-0BCCFB3B5D4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68" creationId="{B7326CEC-8962-E34C-4EE4-65CF69FF02C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86" creationId="{CC91EE47-F056-68A7-0729-317C71B9B4F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96" creationId="{A09CCBAF-DCB6-E385-DADF-8225B3D4499C}"/>
          </ac:spMkLst>
        </pc:spChg>
      </pc:sldChg>
      <pc:sldChg chg="addSp delSp modSp new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809686048" sldId="257"/>
        </pc:sldMkLst>
        <pc:spChg chg="del">
          <ac:chgData name="BUNYAN, Jack (NHS HUMBER HEALTH PARTNERSHIP - RWA)" userId="cc86845f-be38-43df-904e-f1295fc07ff6" providerId="ADAL" clId="{203D993B-4EA0-4727-B616-4A4EDAEC11B2}" dt="2026-07-07T10:32:33.383" v="1" actId="478"/>
          <ac:spMkLst>
            <pc:docMk/>
            <pc:sldMk cId="1809686048" sldId="257"/>
            <ac:spMk id="2" creationId="{54AEDC10-4871-D4FA-E201-E13D74C37031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0:32:33.383" v="1" actId="478"/>
          <ac:spMkLst>
            <pc:docMk/>
            <pc:sldMk cId="1809686048" sldId="257"/>
            <ac:spMk id="3" creationId="{62003EFF-6254-33FE-2561-9DF4A736F20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12" creationId="{8370163B-642F-CFDA-17A8-6FB296833325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14" creationId="{01B398ED-9B95-B8FC-52F6-E8C570E179E7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5:14.624" v="109" actId="21"/>
          <ac:spMkLst>
            <pc:docMk/>
            <pc:sldMk cId="1809686048" sldId="257"/>
            <ac:spMk id="16" creationId="{D008587F-373D-8AE7-B2F7-26464FDF0116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18" creationId="{BB360817-D395-EBB5-1602-3C900969618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20" creationId="{AEF206CA-B9BF-E472-5EDB-924F86EF289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22" creationId="{A9CF2A5C-8B3E-AED5-001E-523B6372493C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24" creationId="{775154B1-31C4-286A-A6E2-48B401174BB0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26" creationId="{585AF7E7-52E1-103C-91AB-23A2895B338A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28" creationId="{4853DB2C-C416-3277-CC93-FE7EED079424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30" creationId="{AFACF497-C0F5-5CD4-1146-CBDC396D60CD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32" creationId="{ABBF2DFE-7160-F002-6AC9-F5DCBCCF374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47" creationId="{F762BA7F-5740-F188-A516-1925A4F9F90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0:58:00.002" v="522" actId="22"/>
          <ac:spMkLst>
            <pc:docMk/>
            <pc:sldMk cId="1809686048" sldId="257"/>
            <ac:spMk id="50" creationId="{A9FD5878-03FE-5125-C95E-DFE145041E2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52" creationId="{4CDB2BB7-493C-36D2-376D-BC0472EB24F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54" creationId="{BD694CBA-9593-6872-67D9-14C3E5C70C4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56" creationId="{7BBAC765-9BFF-0356-84AA-29C455A0BF81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0:51.547" v="613" actId="478"/>
          <ac:spMkLst>
            <pc:docMk/>
            <pc:sldMk cId="1809686048" sldId="257"/>
            <ac:spMk id="62" creationId="{2E8530C1-0B74-C95F-48DD-FA7F10B14440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1:12:44.758" v="643" actId="478"/>
          <ac:spMkLst>
            <pc:docMk/>
            <pc:sldMk cId="1809686048" sldId="257"/>
            <ac:spMk id="72" creationId="{69C6CADB-9882-4750-F07B-EE08B49A9415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1:12:44.758" v="643" actId="478"/>
          <ac:spMkLst>
            <pc:docMk/>
            <pc:sldMk cId="1809686048" sldId="257"/>
            <ac:spMk id="74" creationId="{365C1A25-ED84-E08B-5EA4-CA9EDE73B509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6:25.700" v="660" actId="478"/>
          <ac:spMkLst>
            <pc:docMk/>
            <pc:sldMk cId="1809686048" sldId="257"/>
            <ac:spMk id="80" creationId="{10EB1188-3F00-80D1-DCC0-35AD3EEF31B2}"/>
          </ac:spMkLst>
        </pc:spChg>
        <pc:picChg chg="add del mod">
          <ac:chgData name="BUNYAN, Jack (NHS HUMBER HEALTH PARTNERSHIP - RWA)" userId="cc86845f-be38-43df-904e-f1295fc07ff6" providerId="ADAL" clId="{203D993B-4EA0-4727-B616-4A4EDAEC11B2}" dt="2026-07-07T11:14:04.225" v="647" actId="478"/>
          <ac:picMkLst>
            <pc:docMk/>
            <pc:sldMk cId="1809686048" sldId="257"/>
            <ac:picMk id="75" creationId="{A10983F9-9C17-735C-7B0C-936FCDDB0263}"/>
          </ac:picMkLst>
        </pc:picChg>
        <pc:picChg chg="add del mod">
          <ac:chgData name="BUNYAN, Jack (NHS HUMBER HEALTH PARTNERSHIP - RWA)" userId="cc86845f-be38-43df-904e-f1295fc07ff6" providerId="ADAL" clId="{203D993B-4EA0-4727-B616-4A4EDAEC11B2}" dt="2026-07-07T11:14:12.523" v="651" actId="478"/>
          <ac:picMkLst>
            <pc:docMk/>
            <pc:sldMk cId="1809686048" sldId="257"/>
            <ac:picMk id="76" creationId="{3DB9869F-722A-BD18-98E3-7E62F7F38DD8}"/>
          </ac:picMkLst>
        </pc:picChg>
        <pc:picChg chg="add del mod">
          <ac:chgData name="BUNYAN, Jack (NHS HUMBER HEALTH PARTNERSHIP - RWA)" userId="cc86845f-be38-43df-904e-f1295fc07ff6" providerId="ADAL" clId="{203D993B-4EA0-4727-B616-4A4EDAEC11B2}" dt="2026-07-07T11:14:40.739" v="655" actId="478"/>
          <ac:picMkLst>
            <pc:docMk/>
            <pc:sldMk cId="1809686048" sldId="257"/>
            <ac:picMk id="77" creationId="{C35F79EC-D05A-0443-F9DD-712B3C3D68FC}"/>
          </ac:picMkLst>
        </pc:picChg>
        <pc:cxnChg chg="add 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809686048" sldId="257"/>
            <ac:cxnSpMk id="5" creationId="{3165D564-760F-C86C-A424-A32583C29A58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8:31.260" v="600" actId="1038"/>
          <ac:cxnSpMkLst>
            <pc:docMk/>
            <pc:sldMk cId="1809686048" sldId="257"/>
            <ac:cxnSpMk id="6" creationId="{29D0C014-E233-FA34-6ADA-A1C326E969D7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8:39.467" v="602" actId="14100"/>
          <ac:cxnSpMkLst>
            <pc:docMk/>
            <pc:sldMk cId="1809686048" sldId="257"/>
            <ac:cxnSpMk id="9" creationId="{18830C68-2501-0A9F-6D5B-709EB446BA2B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8:41.582" v="603" actId="14100"/>
          <ac:cxnSpMkLst>
            <pc:docMk/>
            <pc:sldMk cId="1809686048" sldId="257"/>
            <ac:cxnSpMk id="10" creationId="{54C2CE58-B1B8-B487-F0AC-A7739467FD2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9:52.552" v="607" actId="1076"/>
          <ac:cxnSpMkLst>
            <pc:docMk/>
            <pc:sldMk cId="1809686048" sldId="257"/>
            <ac:cxnSpMk id="33" creationId="{04836890-1A8A-8BE9-8AC9-52CDA89DA10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9:46.803" v="606" actId="1076"/>
          <ac:cxnSpMkLst>
            <pc:docMk/>
            <pc:sldMk cId="1809686048" sldId="257"/>
            <ac:cxnSpMk id="34" creationId="{52A4CCC8-3362-0645-C22F-49752C29AADC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0:57:55.381" v="520"/>
          <ac:cxnSpMkLst>
            <pc:docMk/>
            <pc:sldMk cId="1809686048" sldId="257"/>
            <ac:cxnSpMk id="48" creationId="{839C34CC-BA16-63F7-BCD5-C5F15BEDEB80}"/>
          </ac:cxnSpMkLst>
        </pc:cxnChg>
        <pc:cxnChg chg="add del mod">
          <ac:chgData name="BUNYAN, Jack (NHS HUMBER HEALTH PARTNERSHIP - RWA)" userId="cc86845f-be38-43df-904e-f1295fc07ff6" providerId="ADAL" clId="{203D993B-4EA0-4727-B616-4A4EDAEC11B2}" dt="2026-07-07T11:11:39.458" v="624" actId="478"/>
          <ac:cxnSpMkLst>
            <pc:docMk/>
            <pc:sldMk cId="1809686048" sldId="257"/>
            <ac:cxnSpMk id="64" creationId="{6E560B39-BB54-2D7D-E776-C125497177FF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17:02.922" v="665" actId="1076"/>
          <ac:cxnSpMkLst>
            <pc:docMk/>
            <pc:sldMk cId="1809686048" sldId="257"/>
            <ac:cxnSpMk id="79" creationId="{5FB6AA1E-04D5-1AEC-F4B4-627681E60F1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9:14.757" v="1029" actId="1036"/>
          <ac:cxnSpMkLst>
            <pc:docMk/>
            <pc:sldMk cId="1809686048" sldId="257"/>
            <ac:cxnSpMk id="83" creationId="{EFA7D90C-EB43-4460-B58B-B3A32996E1B5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625297367" sldId="258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12" creationId="{967E5AE6-748B-6A19-89EC-6676FC6B125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14" creationId="{4360396B-17D0-7FDD-EEA7-153CAC14BBE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18" creationId="{05CBD05F-91D8-55D0-3821-1811853B546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20" creationId="{5E7043F6-EB7B-5913-419D-7041DFE172C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22" creationId="{36DE02D2-1761-12A3-3CC9-7C6F828348F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47" creationId="{8B6CA5C7-9147-ABF8-5661-FD7709CBA2C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52" creationId="{5763A6B0-4038-003A-A60E-B3AE900AFAC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54" creationId="{668A19AC-5899-EBD1-4915-A6AEBA0710C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56" creationId="{E8A64072-B1D8-C9F7-CB56-5AC2CD592C04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1:17:14.658" v="668" actId="1076"/>
          <ac:cxnSpMkLst>
            <pc:docMk/>
            <pc:sldMk cId="1625297367" sldId="258"/>
            <ac:cxnSpMk id="2" creationId="{5C483EDE-B4D8-6A7D-B636-6C5F263FE9E4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03.202" v="803"/>
          <ac:cxnSpMkLst>
            <pc:docMk/>
            <pc:sldMk cId="1625297367" sldId="258"/>
            <ac:cxnSpMk id="3" creationId="{C3D90640-FCA4-E377-F262-94C4D33CC48C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9:18.308" v="1030"/>
          <ac:cxnSpMkLst>
            <pc:docMk/>
            <pc:sldMk cId="1625297367" sldId="258"/>
            <ac:cxnSpMk id="4" creationId="{BEE170A9-D2A2-075F-167E-7D018726A1DC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3:02.942" v="802" actId="478"/>
          <ac:cxnSpMkLst>
            <pc:docMk/>
            <pc:sldMk cId="1625297367" sldId="258"/>
            <ac:cxnSpMk id="5" creationId="{99BE44A1-F9AA-DEAB-32B0-890E8F5923AD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625297367" sldId="258"/>
            <ac:cxnSpMk id="7" creationId="{1551630D-8FD2-9DA2-4098-F3CB239259E0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17:26.871" v="669" actId="478"/>
          <ac:cxnSpMkLst>
            <pc:docMk/>
            <pc:sldMk cId="1625297367" sldId="258"/>
            <ac:cxnSpMk id="79" creationId="{2B2F92EE-F35D-D86F-FBE4-E2A82572FE47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15518987" sldId="259"/>
        </pc:sldMkLst>
        <pc:spChg chg="add del">
          <ac:chgData name="BUNYAN, Jack (NHS HUMBER HEALTH PARTNERSHIP - RWA)" userId="cc86845f-be38-43df-904e-f1295fc07ff6" providerId="ADAL" clId="{203D993B-4EA0-4727-B616-4A4EDAEC11B2}" dt="2026-07-07T11:22:06.840" v="798" actId="478"/>
          <ac:spMkLst>
            <pc:docMk/>
            <pc:sldMk cId="315518987" sldId="259"/>
            <ac:spMk id="4" creationId="{985E6F92-4312-724D-56AE-7F662906D45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22:06.840" v="798" actId="478"/>
          <ac:spMkLst>
            <pc:docMk/>
            <pc:sldMk cId="315518987" sldId="259"/>
            <ac:spMk id="8" creationId="{E7507B4C-57C7-7246-6BCF-2312629EE96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12" creationId="{A8148E83-BF06-39EF-3DEF-90E2D6FCCDE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22:06.840" v="798" actId="478"/>
          <ac:spMkLst>
            <pc:docMk/>
            <pc:sldMk cId="315518987" sldId="259"/>
            <ac:spMk id="13" creationId="{26B2B09D-5BDB-3593-44B8-BDBCFC94D06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14" creationId="{987E47F5-A899-BD39-407B-D5C19968DF3B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16" creationId="{7E1D470C-3D90-6EB3-7566-B339077FA3D9}"/>
          </ac:spMkLst>
        </pc:spChg>
        <pc:spChg chg="del mod">
          <ac:chgData name="BUNYAN, Jack (NHS HUMBER HEALTH PARTNERSHIP - RWA)" userId="cc86845f-be38-43df-904e-f1295fc07ff6" providerId="ADAL" clId="{203D993B-4EA0-4727-B616-4A4EDAEC11B2}" dt="2026-07-07T11:18:53.144" v="722" actId="478"/>
          <ac:spMkLst>
            <pc:docMk/>
            <pc:sldMk cId="315518987" sldId="259"/>
            <ac:spMk id="18" creationId="{88A2E3AB-3CE1-D91D-58FC-AB68495A0D2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19" creationId="{5C02B97F-4F05-469A-2FD5-BB4B4728A274}"/>
          </ac:spMkLst>
        </pc:spChg>
        <pc:spChg chg="del mod">
          <ac:chgData name="BUNYAN, Jack (NHS HUMBER HEALTH PARTNERSHIP - RWA)" userId="cc86845f-be38-43df-904e-f1295fc07ff6" providerId="ADAL" clId="{203D993B-4EA0-4727-B616-4A4EDAEC11B2}" dt="2026-07-07T11:18:53.144" v="722" actId="478"/>
          <ac:spMkLst>
            <pc:docMk/>
            <pc:sldMk cId="315518987" sldId="259"/>
            <ac:spMk id="20" creationId="{ED24EBEC-C914-7B33-B123-B70267E8EA36}"/>
          </ac:spMkLst>
        </pc:spChg>
        <pc:spChg chg="del mod">
          <ac:chgData name="BUNYAN, Jack (NHS HUMBER HEALTH PARTNERSHIP - RWA)" userId="cc86845f-be38-43df-904e-f1295fc07ff6" providerId="ADAL" clId="{203D993B-4EA0-4727-B616-4A4EDAEC11B2}" dt="2026-07-07T11:18:53.144" v="722" actId="478"/>
          <ac:spMkLst>
            <pc:docMk/>
            <pc:sldMk cId="315518987" sldId="259"/>
            <ac:spMk id="22" creationId="{A62F28A1-11B8-7B4B-2A6A-4A14B59423D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23" creationId="{32409AFD-A788-1983-2222-42130F9B30D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47" creationId="{AABE0872-1F31-D9A2-1272-784EAA2D006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52" creationId="{030F3533-B87F-F967-B135-602718E15C8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54" creationId="{491DE118-F501-672D-5156-BCFB9D5812B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56" creationId="{949888FE-7BB7-38F5-648B-4F347387F822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17:34.260" v="671" actId="478"/>
          <ac:cxnSpMkLst>
            <pc:docMk/>
            <pc:sldMk cId="315518987" sldId="259"/>
            <ac:cxnSpMk id="2" creationId="{A3A5AC90-1CE1-89D8-C5B2-29B250CD7C26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3:06.861" v="804" actId="478"/>
          <ac:cxnSpMkLst>
            <pc:docMk/>
            <pc:sldMk cId="315518987" sldId="259"/>
            <ac:cxnSpMk id="5" creationId="{02B85421-A208-9644-C40C-98A20F01D9D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07.146" v="805"/>
          <ac:cxnSpMkLst>
            <pc:docMk/>
            <pc:sldMk cId="315518987" sldId="259"/>
            <ac:cxnSpMk id="24" creationId="{1CCAE209-A198-78DE-A071-19B5CDE1A614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9:21.422" v="1031"/>
          <ac:cxnSpMkLst>
            <pc:docMk/>
            <pc:sldMk cId="315518987" sldId="259"/>
            <ac:cxnSpMk id="25" creationId="{E48015B3-97CF-CCAF-39A0-D4293ED76CCC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15518987" sldId="259"/>
            <ac:cxnSpMk id="33" creationId="{94B85108-A59D-662D-E0FC-768047B91F50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527624855" sldId="260"/>
        </pc:sldMkLst>
        <pc:spChg chg="add del">
          <ac:chgData name="BUNYAN, Jack (NHS HUMBER HEALTH PARTNERSHIP - RWA)" userId="cc86845f-be38-43df-904e-f1295fc07ff6" providerId="ADAL" clId="{203D993B-4EA0-4727-B616-4A4EDAEC11B2}" dt="2026-07-07T11:18:58.653" v="724" actId="478"/>
          <ac:spMkLst>
            <pc:docMk/>
            <pc:sldMk cId="1527624855" sldId="260"/>
            <ac:spMk id="3" creationId="{EE360637-995F-8363-C25A-6B9BB05758D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8:58.653" v="724" actId="478"/>
          <ac:spMkLst>
            <pc:docMk/>
            <pc:sldMk cId="1527624855" sldId="260"/>
            <ac:spMk id="7" creationId="{DCFD0D31-8F9E-9F23-75D9-2593BE6664A0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8:58.653" v="724" actId="478"/>
          <ac:spMkLst>
            <pc:docMk/>
            <pc:sldMk cId="1527624855" sldId="260"/>
            <ac:spMk id="11" creationId="{FEC34FFA-C1C6-40EF-F250-811855B9C84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12" creationId="{B7B11F6C-7C47-F11D-C81F-08986FD73E9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14" creationId="{09DD116A-32B9-C19F-4C71-F42F50AAC1A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15" creationId="{8A6010CA-3F20-2332-3519-104E93BA7CC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17" creationId="{E563A8DA-85AE-BA3F-28CB-663DEAA1B164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0.322" v="715" actId="478"/>
          <ac:spMkLst>
            <pc:docMk/>
            <pc:sldMk cId="1527624855" sldId="260"/>
            <ac:spMk id="18" creationId="{E8563BA4-54E9-4570-24E6-E75C018BA384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0.322" v="715" actId="478"/>
          <ac:spMkLst>
            <pc:docMk/>
            <pc:sldMk cId="1527624855" sldId="260"/>
            <ac:spMk id="20" creationId="{4BC39025-F03A-3C3A-F866-55DDBF54852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21" creationId="{D8656584-8FAC-3148-6C94-8C57F5FF06C8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0.322" v="715" actId="478"/>
          <ac:spMkLst>
            <pc:docMk/>
            <pc:sldMk cId="1527624855" sldId="260"/>
            <ac:spMk id="22" creationId="{1FC740DE-DF35-D8AF-9D5D-7D9C971A5D4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47" creationId="{AA412775-0D6E-4F93-9E5E-F8CA2C3CB6E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52" creationId="{16712671-33A5-FC04-1D59-A09CD3E3C3B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54" creationId="{28F7367F-8F34-CB09-0ECA-2ACBF76AA1D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56" creationId="{33BC58E2-9941-23CC-D800-F0D669F37EAE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23:10.629" v="806" actId="478"/>
          <ac:cxnSpMkLst>
            <pc:docMk/>
            <pc:sldMk cId="1527624855" sldId="260"/>
            <ac:cxnSpMk id="5" creationId="{91851CDB-1B76-FDF4-9F4D-7F9584A392D5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527624855" sldId="260"/>
            <ac:cxnSpMk id="6" creationId="{46D9F46D-E408-6711-CD35-9CA867F3274B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10.921" v="807"/>
          <ac:cxnSpMkLst>
            <pc:docMk/>
            <pc:sldMk cId="1527624855" sldId="260"/>
            <ac:cxnSpMk id="23" creationId="{9D502662-A4E9-5DCE-7023-59200EBBB2E8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535897040" sldId="261"/>
        </pc:sldMkLst>
        <pc:spChg chg="add del">
          <ac:chgData name="BUNYAN, Jack (NHS HUMBER HEALTH PARTNERSHIP - RWA)" userId="cc86845f-be38-43df-904e-f1295fc07ff6" providerId="ADAL" clId="{203D993B-4EA0-4727-B616-4A4EDAEC11B2}" dt="2026-07-07T11:19:06.130" v="728" actId="478"/>
          <ac:spMkLst>
            <pc:docMk/>
            <pc:sldMk cId="3535897040" sldId="261"/>
            <ac:spMk id="3" creationId="{D9F25267-D9E3-8C17-2132-DA5391143B12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9:06.130" v="728" actId="478"/>
          <ac:spMkLst>
            <pc:docMk/>
            <pc:sldMk cId="3535897040" sldId="261"/>
            <ac:spMk id="7" creationId="{E80FF587-4C5B-0FBE-9FB0-D3713A8527DA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9:06.130" v="728" actId="478"/>
          <ac:spMkLst>
            <pc:docMk/>
            <pc:sldMk cId="3535897040" sldId="261"/>
            <ac:spMk id="11" creationId="{5F8E9153-A713-E1FE-DE9E-9FE50ABBE3C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12" creationId="{801DD82F-A654-AD8E-6AAD-2D58048564E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14" creationId="{1AEB748B-2E09-A637-5065-6B0B09534DC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15" creationId="{0DAC9868-AA7D-322E-43B0-18B48CCADBB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17" creationId="{C4ABD3E8-D78A-196C-7682-04DE3834F401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6.789" v="717" actId="478"/>
          <ac:spMkLst>
            <pc:docMk/>
            <pc:sldMk cId="3535897040" sldId="261"/>
            <ac:spMk id="18" creationId="{AD502B43-2AB2-2876-39F2-238FA22A3101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6.789" v="717" actId="478"/>
          <ac:spMkLst>
            <pc:docMk/>
            <pc:sldMk cId="3535897040" sldId="261"/>
            <ac:spMk id="20" creationId="{B29421F3-42E5-8D49-E97E-2CAA42F8D270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21" creationId="{3E8F2945-4900-F046-8787-18144ED06798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6.789" v="717" actId="478"/>
          <ac:spMkLst>
            <pc:docMk/>
            <pc:sldMk cId="3535897040" sldId="261"/>
            <ac:spMk id="22" creationId="{DCDA1FC8-7760-6246-E6B3-B2B5457000E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47" creationId="{74CE4464-209C-F5D8-7B26-F89F21737DB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52" creationId="{D3B81148-2A24-9DCC-D217-5E8064E8092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54" creationId="{B5F40576-B90C-63F7-81A1-2CF93D42EFC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56" creationId="{A68240CE-C487-DB2B-0237-BB625BCB8426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23:15.683" v="808" actId="478"/>
          <ac:cxnSpMkLst>
            <pc:docMk/>
            <pc:sldMk cId="3535897040" sldId="261"/>
            <ac:cxnSpMk id="5" creationId="{4699432F-C97E-AEEC-5810-C6A174FEBE3B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535897040" sldId="261"/>
            <ac:cxnSpMk id="6" creationId="{A3DE17E1-64A5-7501-C3DF-B17F9B11A75F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0:15.060" v="756" actId="14100"/>
          <ac:cxnSpMkLst>
            <pc:docMk/>
            <pc:sldMk cId="3535897040" sldId="261"/>
            <ac:cxnSpMk id="24" creationId="{0ED3259A-9B5F-AD08-D4BA-8C729E46475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15.965" v="809"/>
          <ac:cxnSpMkLst>
            <pc:docMk/>
            <pc:sldMk cId="3535897040" sldId="261"/>
            <ac:cxnSpMk id="26" creationId="{22C813E4-7643-7CD1-CF02-E83434C64729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417703785" sldId="262"/>
        </pc:sldMkLst>
        <pc:spChg chg="del">
          <ac:chgData name="BUNYAN, Jack (NHS HUMBER HEALTH PARTNERSHIP - RWA)" userId="cc86845f-be38-43df-904e-f1295fc07ff6" providerId="ADAL" clId="{203D993B-4EA0-4727-B616-4A4EDAEC11B2}" dt="2026-07-07T11:19:11.704" v="730" actId="478"/>
          <ac:spMkLst>
            <pc:docMk/>
            <pc:sldMk cId="1417703785" sldId="262"/>
            <ac:spMk id="3" creationId="{6E162730-BD7B-2B2A-3FE5-A237E8BE251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4" creationId="{82982219-4F6B-1238-8882-74AB8C67C21F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9:11.704" v="730" actId="478"/>
          <ac:spMkLst>
            <pc:docMk/>
            <pc:sldMk cId="1417703785" sldId="262"/>
            <ac:spMk id="7" creationId="{4D673302-D7FF-8461-00A1-C5C4482BC66C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9:11.704" v="730" actId="478"/>
          <ac:spMkLst>
            <pc:docMk/>
            <pc:sldMk cId="1417703785" sldId="262"/>
            <ac:spMk id="11" creationId="{085E8691-6EA4-2A05-6DC5-932938D6DD8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12" creationId="{80140D37-FE90-3C8C-C773-7BE5CBC69A2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13" creationId="{D1DB433A-353B-3E83-C8A9-9D034F32636F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34.874" v="720" actId="478"/>
          <ac:spMkLst>
            <pc:docMk/>
            <pc:sldMk cId="1417703785" sldId="262"/>
            <ac:spMk id="14" creationId="{D18B174E-77B9-633E-A449-D493687DA92D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16" creationId="{DA43480E-ED86-DA72-ED40-587A3117610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18" creationId="{6E133333-9893-F89B-00EC-3C3B84E81B2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47" creationId="{72D03F57-F545-6D6E-156C-01E049EF583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52" creationId="{8ABDF557-43E5-9D58-BD78-AC36ADAF7B1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54" creationId="{6791B84F-3846-E4E4-878B-BD83D11DA95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56" creationId="{D2D62EE8-0699-8A2F-F866-6DF54A95BEAF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23:19.383" v="810" actId="478"/>
          <ac:cxnSpMkLst>
            <pc:docMk/>
            <pc:sldMk cId="1417703785" sldId="262"/>
            <ac:cxnSpMk id="5" creationId="{857138D7-E6FB-9DD4-9870-95B2B8561545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0:24.671" v="796" actId="1038"/>
          <ac:cxnSpMkLst>
            <pc:docMk/>
            <pc:sldMk cId="1417703785" sldId="262"/>
            <ac:cxnSpMk id="19" creationId="{F5ACD43C-0B6E-29A1-D5DB-91E2402F25ED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417703785" sldId="262"/>
            <ac:cxnSpMk id="20" creationId="{0005F5E5-8A05-C9F6-8D2C-3C021A4589D4}"/>
          </ac:cxnSpMkLst>
        </pc:cxnChg>
      </pc:sldChg>
      <pc:sldChg chg="addSp delSp modSp add mod or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598248431" sldId="263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12" creationId="{E524384A-31FD-8455-BC55-D16912B63C8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14" creationId="{A2737322-FA30-40B8-3AE3-2DB78DF889F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18" creationId="{A9849936-DB24-3640-ABDB-A35D1F4776F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20" creationId="{17794BD2-1BF2-0B22-4054-9EF650EC8E8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22" creationId="{28154F1C-E920-E435-71C0-52DA401F26C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47" creationId="{91FD47ED-E1D9-CCAD-B085-CB1B20975EE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52" creationId="{174438FE-0AD2-BE20-15FB-656024CEE77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54" creationId="{0A65B4C8-2A49-69DC-9F05-BBF2EA51A9E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56" creationId="{C017DF1A-026F-D212-AB8C-6AA6734A0322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1:23:23.244" v="813"/>
          <ac:cxnSpMkLst>
            <pc:docMk/>
            <pc:sldMk cId="598248431" sldId="263"/>
            <ac:cxnSpMk id="2" creationId="{0E7CA28D-77C4-E3B9-E70C-D15CC36934B7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41.907" v="817" actId="1076"/>
          <ac:cxnSpMkLst>
            <pc:docMk/>
            <pc:sldMk cId="598248431" sldId="263"/>
            <ac:cxnSpMk id="3" creationId="{0E01C8E5-4BAA-C211-AD10-0CB7416620D3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40.633" v="816"/>
          <ac:cxnSpMkLst>
            <pc:docMk/>
            <pc:sldMk cId="598248431" sldId="263"/>
            <ac:cxnSpMk id="4" creationId="{07C41786-F74E-32A6-CEFD-74376FEF3B05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3:22.911" v="812" actId="478"/>
          <ac:cxnSpMkLst>
            <pc:docMk/>
            <pc:sldMk cId="598248431" sldId="263"/>
            <ac:cxnSpMk id="5" creationId="{0719A300-0459-1074-AE71-BBFB24947F82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598248431" sldId="263"/>
            <ac:cxnSpMk id="9" creationId="{A764A21B-8B18-19DF-510A-4D38486823F5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1:23:50.002" v="850" actId="692"/>
          <ac:cxnSpMkLst>
            <pc:docMk/>
            <pc:sldMk cId="598248431" sldId="263"/>
            <ac:cxnSpMk id="79" creationId="{AAEC3C52-448C-2658-B9F8-5E45769417DE}"/>
          </ac:cxnSpMkLst>
        </pc:cxnChg>
      </pc:sldChg>
      <pc:sldChg chg="addSp 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679562229" sldId="264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12" creationId="{FDC1A804-B9DD-E93B-4C61-384E881C2B3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14" creationId="{7145ADE5-7554-3AD0-7BA9-852AC7DF8B6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18" creationId="{D46886EC-0FFD-D267-AA9E-49F4D067598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20" creationId="{2CC4BAA3-D6DC-C4D6-6C58-CA461709BC4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22" creationId="{21327983-F974-55A3-5EEB-F4FC3572970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47" creationId="{CF8B2F64-EB20-B8A1-4C3B-F4C91A0DCD7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52" creationId="{213ED4A5-4579-1CC9-7CE6-DF5F389F05A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54" creationId="{9DD86741-5118-4AFC-CAF6-610E20D7D07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56" creationId="{30240255-C90C-C60A-76D6-1C9C5A85D0CE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1:24:11.089" v="854" actId="1076"/>
          <ac:cxnSpMkLst>
            <pc:docMk/>
            <pc:sldMk cId="679562229" sldId="264"/>
            <ac:cxnSpMk id="3" creationId="{91AF21BA-99B6-2E48-6F68-B3447E4F44B6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9:53.255" v="1099" actId="1036"/>
          <ac:cxnSpMkLst>
            <pc:docMk/>
            <pc:sldMk cId="679562229" sldId="264"/>
            <ac:cxnSpMk id="4" creationId="{7783DEEB-CA0A-4FC4-EE85-54EE13B09457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679562229" sldId="264"/>
            <ac:cxnSpMk id="9" creationId="{F220E725-00EB-B0CA-4C0D-C76A449598E9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4:12.737" v="855" actId="478"/>
          <ac:cxnSpMkLst>
            <pc:docMk/>
            <pc:sldMk cId="679562229" sldId="264"/>
            <ac:cxnSpMk id="79" creationId="{F5030C7D-1584-60B8-C9B3-3C7572532A81}"/>
          </ac:cxnSpMkLst>
        </pc:cxnChg>
      </pc:sldChg>
      <pc:sldChg chg="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178749495" sldId="265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12" creationId="{DA20921B-B9FA-7529-375F-85D7B1DEF9B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14" creationId="{472E4D37-6685-5F33-6B50-C15656AD35E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18" creationId="{B80455FE-11D6-9A7B-C097-6D322332FD4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20" creationId="{1B0EA6D2-DF0C-4575-E7B0-B5393177940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22" creationId="{E0E297A0-5500-9F3B-836B-5167FBE1A62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47" creationId="{48EFD97A-F53A-A9A8-D5E9-ED9159E967B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52" creationId="{48E758B4-A3E3-0965-BB30-DC7C6BE8BC2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54" creationId="{75E23976-54E7-F187-ACCD-507962B6597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56" creationId="{810EF6DF-661A-B294-9F56-FAF81DD8C3AB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24:38.578" v="860" actId="478"/>
          <ac:cxnSpMkLst>
            <pc:docMk/>
            <pc:sldMk cId="3178749495" sldId="265"/>
            <ac:cxnSpMk id="3" creationId="{2F1631DC-3014-2D9D-BA45-D8DBD0F13B56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178749495" sldId="265"/>
            <ac:cxnSpMk id="34" creationId="{0369CD55-1A18-5410-3198-996009D559CC}"/>
          </ac:cxnSpMkLst>
        </pc:cxnChg>
      </pc:sldChg>
      <pc:sldChg chg="addSp 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619816908" sldId="266"/>
        </pc:sldMkLst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4" creationId="{5CCA26A9-CA96-1678-E00D-FE38BA792B6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12" creationId="{BC320DA3-7F9F-E825-FF7E-7A921D4B2C8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14" creationId="{7080D8BF-EC3D-5732-277A-2976C747CD7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18" creationId="{0DCBBF81-4032-73B4-CF1E-A9DCD152D28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20" creationId="{984FE6A2-631C-41E4-F040-2FDBADF325CB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5:40.411" v="909" actId="478"/>
          <ac:spMkLst>
            <pc:docMk/>
            <pc:sldMk cId="3619816908" sldId="266"/>
            <ac:spMk id="22" creationId="{7DD728BB-72B1-A2AE-3FA1-8E22E0B6E9B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47" creationId="{12BCD906-B6F3-6ED0-BAFE-0F536684B98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52" creationId="{7528DE00-D781-C4D3-1936-1878E13136A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54" creationId="{B0ABF122-4F7C-8E6C-14ED-9A5A1B29E7C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56" creationId="{C4F77668-97A0-BF0B-FA73-FB85C5DB1DF9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619816908" sldId="266"/>
            <ac:cxnSpMk id="34" creationId="{9D384880-0E1E-D688-0899-8932D2F5C806}"/>
          </ac:cxnSpMkLst>
        </pc:cxnChg>
      </pc:sldChg>
      <pc:sldChg chg="addSp 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077559368" sldId="267"/>
        </pc:sldMkLst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4" creationId="{582BD05F-25BB-B947-C415-5E05B131A53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12" creationId="{69E35905-AB3D-6744-04D9-C1451D17F40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14" creationId="{20CA7B4D-A52E-9B62-8892-65821999E1A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18" creationId="{59FB788E-2EB2-4BB7-4456-29FEAD8B7A1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20" creationId="{89AF6CD9-7384-5D50-A5BA-58E2724C655D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5:45.617" v="911" actId="478"/>
          <ac:spMkLst>
            <pc:docMk/>
            <pc:sldMk cId="1077559368" sldId="267"/>
            <ac:spMk id="22" creationId="{6651A2D0-B8B7-9479-6EAE-AEAC8DA11D9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47" creationId="{DC4B8649-CBD5-7ABE-5424-068065A1E6D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52" creationId="{2EE6E5DD-236E-F1E0-EED3-01E981F4C03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54" creationId="{58B1852A-7C55-08EA-0E87-1BC14E8F13D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56" creationId="{AD8DF5D2-4267-4C60-63CC-7AEC94F3CC6C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1:26:17.831" v="913"/>
          <ac:cxnSpMkLst>
            <pc:docMk/>
            <pc:sldMk cId="1077559368" sldId="267"/>
            <ac:cxnSpMk id="5" creationId="{57F0EB94-93B9-298F-B7AF-79E90C7654BA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077559368" sldId="267"/>
            <ac:cxnSpMk id="6" creationId="{B9AE52FD-599D-236E-E8C1-443989CAB5CC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6:22.769" v="934" actId="1037"/>
          <ac:cxnSpMkLst>
            <pc:docMk/>
            <pc:sldMk cId="1077559368" sldId="267"/>
            <ac:cxnSpMk id="7" creationId="{F986DE70-3378-762A-8293-407030D9C672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6:27.701" v="967" actId="1036"/>
          <ac:cxnSpMkLst>
            <pc:docMk/>
            <pc:sldMk cId="1077559368" sldId="267"/>
            <ac:cxnSpMk id="8" creationId="{464982F9-4311-5210-8018-488C649C30D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7:03.947" v="999"/>
          <ac:cxnSpMkLst>
            <pc:docMk/>
            <pc:sldMk cId="1077559368" sldId="267"/>
            <ac:cxnSpMk id="11" creationId="{0E1FEBDD-5AC3-812D-F5B4-AC3A870764FE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1:25:04.138" v="867" actId="1076"/>
          <ac:cxnSpMkLst>
            <pc:docMk/>
            <pc:sldMk cId="1077559368" sldId="267"/>
            <ac:cxnSpMk id="33" creationId="{230E951E-5C31-4278-077D-8A9801D7463D}"/>
          </ac:cxnSpMkLst>
        </pc:cxnChg>
      </pc:sldChg>
      <pc:sldChg chg="addSp 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326533839" sldId="268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4" creationId="{45A0E33F-73C7-A4B2-B7F9-66AE4909493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11" creationId="{E46F83F1-DEAF-34C8-AE6C-ED5F8B4A394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12" creationId="{D63D0DC7-DC75-F9E8-B569-D45D90D011E0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6:44.831" v="997" actId="478"/>
          <ac:spMkLst>
            <pc:docMk/>
            <pc:sldMk cId="1326533839" sldId="268"/>
            <ac:spMk id="14" creationId="{5214CBD1-3D8F-463E-1421-F96F4DAA48F0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15" creationId="{0168C5BD-C094-F1C7-B92D-263C24A653A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17" creationId="{EF7158A2-37C3-C9EC-013B-F00570936643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6:44.831" v="997" actId="478"/>
          <ac:spMkLst>
            <pc:docMk/>
            <pc:sldMk cId="1326533839" sldId="268"/>
            <ac:spMk id="18" creationId="{8C02B7CF-86A2-F376-41CE-376F617289F4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6:44.831" v="997" actId="478"/>
          <ac:spMkLst>
            <pc:docMk/>
            <pc:sldMk cId="1326533839" sldId="268"/>
            <ac:spMk id="20" creationId="{EFE11DA1-E555-830C-5B6D-BE974EF57DF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47" creationId="{DE5212DB-71DA-3C96-084E-E2772F9C012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52" creationId="{536B2030-12C6-48DF-2EF6-673C90D8A75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54" creationId="{5209C4DC-AD92-8198-EDE9-186D2DE73D2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56" creationId="{B42DD35F-F11B-A32E-5062-0A00176DD1F0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1:26:39.971" v="996" actId="1038"/>
          <ac:cxnSpMkLst>
            <pc:docMk/>
            <pc:sldMk cId="1326533839" sldId="268"/>
            <ac:cxnSpMk id="5" creationId="{A3DEDCC1-0377-6AC8-20C9-2579B7F67ED0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1:26:39.971" v="996" actId="1038"/>
          <ac:cxnSpMkLst>
            <pc:docMk/>
            <pc:sldMk cId="1326533839" sldId="268"/>
            <ac:cxnSpMk id="7" creationId="{C6AA2283-07D9-92F6-6947-BDC52CDEDD26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1:26:39.971" v="996" actId="1038"/>
          <ac:cxnSpMkLst>
            <pc:docMk/>
            <pc:sldMk cId="1326533839" sldId="268"/>
            <ac:cxnSpMk id="8" creationId="{26C86ED3-D073-76E5-83FF-0D5BB14325E4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326533839" sldId="268"/>
            <ac:cxnSpMk id="9" creationId="{E99EC64D-C213-06E9-04A2-97E777FB30C2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7:05.653" v="1000"/>
          <ac:cxnSpMkLst>
            <pc:docMk/>
            <pc:sldMk cId="1326533839" sldId="268"/>
            <ac:cxnSpMk id="19" creationId="{205E5537-4313-FF3A-653F-4BAF6D6212D7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6:44.831" v="997" actId="478"/>
          <ac:cxnSpMkLst>
            <pc:docMk/>
            <pc:sldMk cId="1326533839" sldId="268"/>
            <ac:cxnSpMk id="34" creationId="{3E3A79C9-A274-FF11-034D-3DC060FDFDE6}"/>
          </ac:cxnSpMkLst>
        </pc:cxnChg>
      </pc:sldChg>
      <pc:sldChg chg="addSp modSp add mod or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2616373322" sldId="269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12" creationId="{FB0AE06F-79B9-1679-44D4-5A0E8F3A039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14" creationId="{C100496D-03F3-12CC-99F0-CFD6B917AAB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18" creationId="{85005498-CB3D-7E0A-613D-850CBAA8446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20" creationId="{5AFBDAA3-82D3-38BA-9276-81A54269494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22" creationId="{C5ED7FD2-8C4A-E996-EAF2-A2F9535A314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47" creationId="{54C11F9F-DB46-0295-7BAE-C35E2856DFE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52" creationId="{7A0D7A10-2811-DC8E-099F-58F5CCFF7DC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54" creationId="{C01A6A24-6E37-5509-79A1-5B520C10838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56" creationId="{6FB169D0-1CE5-68EE-09E2-E23313630F27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2616373322" sldId="269"/>
            <ac:cxnSpMk id="2" creationId="{121B8B5C-30AA-9EC9-E14A-22FE11287580}"/>
          </ac:cxnSpMkLst>
        </pc:cxnChg>
      </pc:sldChg>
      <pc:sldChg chg="modSp ad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182372812" sldId="270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12" creationId="{41C354A5-0697-1F8D-ACBB-0C4ECF8E610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14" creationId="{CFE628F4-877D-21FE-CA94-6681CBF4298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18" creationId="{F998DB47-C9F4-AB75-4845-656506BBC41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20" creationId="{AAB9A6D6-2BC1-120B-2119-17695333695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22" creationId="{56ADA3C4-A6CC-1CA1-4EA5-629541BDCE3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47" creationId="{226CEAC0-1A4D-1105-7057-E4691BA9610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52" creationId="{CE6C4190-648D-95B0-3F52-B21CF1DB4C8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54" creationId="{5B482C95-C3D0-DDD8-1639-A8C9416EBAA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56" creationId="{E72EDDE6-527D-96DB-FADA-3849ED9732E6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182372812" sldId="270"/>
            <ac:cxnSpMk id="9" creationId="{7506DDD2-755F-48D6-D766-48303AD34324}"/>
          </ac:cxnSpMkLst>
        </pc:cxnChg>
      </pc:sldChg>
      <pc:sldChg chg="addSp delSp modSp new add del mod ord modTransition">
        <pc:chgData name="BUNYAN, Jack (NHS HUMBER HEALTH PARTNERSHIP - RWA)" userId="cc86845f-be38-43df-904e-f1295fc07ff6" providerId="ADAL" clId="{203D993B-4EA0-4727-B616-4A4EDAEC11B2}" dt="2026-07-07T15:31:45.575" v="1772" actId="47"/>
        <pc:sldMkLst>
          <pc:docMk/>
          <pc:sldMk cId="2523993412" sldId="271"/>
        </pc:sldMkLst>
        <pc:spChg chg="del mod">
          <ac:chgData name="BUNYAN, Jack (NHS HUMBER HEALTH PARTNERSHIP - RWA)" userId="cc86845f-be38-43df-904e-f1295fc07ff6" providerId="ADAL" clId="{203D993B-4EA0-4727-B616-4A4EDAEC11B2}" dt="2026-07-07T15:00:46.840" v="1129" actId="478"/>
          <ac:spMkLst>
            <pc:docMk/>
            <pc:sldMk cId="2523993412" sldId="271"/>
            <ac:spMk id="2" creationId="{340BB395-35F7-FEE9-FBE2-6F186E1AA8D7}"/>
          </ac:spMkLst>
        </pc:spChg>
        <pc:spChg chg="del mod">
          <ac:chgData name="BUNYAN, Jack (NHS HUMBER HEALTH PARTNERSHIP - RWA)" userId="cc86845f-be38-43df-904e-f1295fc07ff6" providerId="ADAL" clId="{203D993B-4EA0-4727-B616-4A4EDAEC11B2}" dt="2026-07-07T15:00:46.840" v="1129" actId="478"/>
          <ac:spMkLst>
            <pc:docMk/>
            <pc:sldMk cId="2523993412" sldId="271"/>
            <ac:spMk id="3" creationId="{3D669C70-A500-CCDF-29B9-9B7F826A3C95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9:15.682" v="1263" actId="1076"/>
          <ac:spMkLst>
            <pc:docMk/>
            <pc:sldMk cId="2523993412" sldId="271"/>
            <ac:spMk id="4" creationId="{861BD94C-2FDE-9C8A-FD0B-D5E22B14306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7:56.825" v="1235" actId="1037"/>
          <ac:spMkLst>
            <pc:docMk/>
            <pc:sldMk cId="2523993412" sldId="271"/>
            <ac:spMk id="5" creationId="{A23FCE48-3F49-B040-1AB0-F187BBBB13C7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9:26.679" v="1265" actId="14100"/>
          <ac:spMkLst>
            <pc:docMk/>
            <pc:sldMk cId="2523993412" sldId="271"/>
            <ac:spMk id="6" creationId="{BB982DE1-CD88-D41F-63EB-BBDB50ECE569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5:09:31.640" v="1266" actId="478"/>
          <ac:spMkLst>
            <pc:docMk/>
            <pc:sldMk cId="2523993412" sldId="271"/>
            <ac:spMk id="8" creationId="{84D19AD4-0C52-549D-399D-95E6AF62CB47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9:50.188" v="1269" actId="1076"/>
          <ac:spMkLst>
            <pc:docMk/>
            <pc:sldMk cId="2523993412" sldId="271"/>
            <ac:spMk id="10" creationId="{3E788CF1-682A-C008-FDF8-E6B2D1F14186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0:01.460" v="1349" actId="1038"/>
          <ac:spMkLst>
            <pc:docMk/>
            <pc:sldMk cId="2523993412" sldId="271"/>
            <ac:spMk id="12" creationId="{B7D35A44-FB12-B792-107E-268833B9F40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0:01.460" v="1349" actId="1038"/>
          <ac:spMkLst>
            <pc:docMk/>
            <pc:sldMk cId="2523993412" sldId="271"/>
            <ac:spMk id="14" creationId="{E4E39ADD-DCA0-C810-52A5-5338C347EA65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0:20.610" v="1540" actId="1038"/>
          <ac:spMkLst>
            <pc:docMk/>
            <pc:sldMk cId="2523993412" sldId="271"/>
            <ac:spMk id="16" creationId="{40B23F16-2267-22AE-5B9D-4C2A3BCEDF3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1:38.286" v="1559" actId="208"/>
          <ac:spMkLst>
            <pc:docMk/>
            <pc:sldMk cId="2523993412" sldId="271"/>
            <ac:spMk id="18" creationId="{9ED44C9F-A8D2-1677-AF8C-495E980D439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2:12.166" v="1584" actId="208"/>
          <ac:spMkLst>
            <pc:docMk/>
            <pc:sldMk cId="2523993412" sldId="271"/>
            <ac:spMk id="23" creationId="{6D90F23F-E3DB-E6B0-B4CF-7F31F07EEC2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5:48.700" v="1653" actId="404"/>
          <ac:spMkLst>
            <pc:docMk/>
            <pc:sldMk cId="2523993412" sldId="271"/>
            <ac:spMk id="33" creationId="{9952657E-4F71-6F07-17AC-9C3D92785A6C}"/>
          </ac:spMkLst>
        </pc:spChg>
        <pc:cxnChg chg="add mod ord">
          <ac:chgData name="BUNYAN, Jack (NHS HUMBER HEALTH PARTNERSHIP - RWA)" userId="cc86845f-be38-43df-904e-f1295fc07ff6" providerId="ADAL" clId="{203D993B-4EA0-4727-B616-4A4EDAEC11B2}" dt="2026-07-07T15:14:36.529" v="1631" actId="1036"/>
          <ac:cxnSpMkLst>
            <pc:docMk/>
            <pc:sldMk cId="2523993412" sldId="271"/>
            <ac:cxnSpMk id="20" creationId="{63493178-8338-2A3B-C537-23A0186D513C}"/>
          </ac:cxnSpMkLst>
        </pc:cxnChg>
        <pc:cxnChg chg="add del mod">
          <ac:chgData name="BUNYAN, Jack (NHS HUMBER HEALTH PARTNERSHIP - RWA)" userId="cc86845f-be38-43df-904e-f1295fc07ff6" providerId="ADAL" clId="{203D993B-4EA0-4727-B616-4A4EDAEC11B2}" dt="2026-07-07T15:11:07.767" v="1555" actId="478"/>
          <ac:cxnSpMkLst>
            <pc:docMk/>
            <pc:sldMk cId="2523993412" sldId="271"/>
            <ac:cxnSpMk id="21" creationId="{925ED1F0-1981-E149-B0CC-AE3104B1A108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5:14:24.630" v="1624" actId="208"/>
          <ac:cxnSpMkLst>
            <pc:docMk/>
            <pc:sldMk cId="2523993412" sldId="271"/>
            <ac:cxnSpMk id="25" creationId="{B85F3ED0-03DC-9D22-91E0-456C552FC841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5:14:00.587" v="1623" actId="1035"/>
          <ac:cxnSpMkLst>
            <pc:docMk/>
            <pc:sldMk cId="2523993412" sldId="271"/>
            <ac:cxnSpMk id="29" creationId="{FB62BEC2-7295-9A53-73F6-7AE8577DCEC7}"/>
          </ac:cxnSpMkLst>
        </pc:cxn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41:52.556" v="1834" actId="14100"/>
        <pc:sldMkLst>
          <pc:docMk/>
          <pc:sldMk cId="3749972625" sldId="272"/>
        </pc:sldMkLst>
        <pc:spChg chg="add mod">
          <ac:chgData name="BUNYAN, Jack (NHS HUMBER HEALTH PARTNERSHIP - RWA)" userId="cc86845f-be38-43df-904e-f1295fc07ff6" providerId="ADAL" clId="{203D993B-4EA0-4727-B616-4A4EDAEC11B2}" dt="2026-07-07T15:40:14.340" v="1778" actId="1035"/>
          <ac:spMkLst>
            <pc:docMk/>
            <pc:sldMk cId="3749972625" sldId="272"/>
            <ac:spMk id="2" creationId="{975AD271-F8AE-F488-BFF0-21F5BB0454A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41:52.061" v="1833" actId="208"/>
          <ac:spMkLst>
            <pc:docMk/>
            <pc:sldMk cId="3749972625" sldId="272"/>
            <ac:spMk id="18" creationId="{B194F294-7F16-7067-4E65-EB379DC75C9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41:52.061" v="1833" actId="208"/>
          <ac:spMkLst>
            <pc:docMk/>
            <pc:sldMk cId="3749972625" sldId="272"/>
            <ac:spMk id="33" creationId="{88EFC27F-8007-87CE-0BC9-69C3B0C05B86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5:41:52.061" v="1833" actId="208"/>
          <ac:cxnSpMkLst>
            <pc:docMk/>
            <pc:sldMk cId="3749972625" sldId="272"/>
            <ac:cxnSpMk id="20" creationId="{A6FC0050-F589-23B3-361D-71DFCCC572E1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41:52.061" v="1833" actId="208"/>
          <ac:cxnSpMkLst>
            <pc:docMk/>
            <pc:sldMk cId="3749972625" sldId="272"/>
            <ac:cxnSpMk id="25" creationId="{B6746A7B-D909-59AD-F59A-A0AB23458567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41:52.556" v="1834" actId="14100"/>
          <ac:cxnSpMkLst>
            <pc:docMk/>
            <pc:sldMk cId="3749972625" sldId="272"/>
            <ac:cxnSpMk id="29" creationId="{642AF687-FE80-F205-6E6F-7873087B161A}"/>
          </ac:cxnSpMkLst>
        </pc:cxnChg>
      </pc:sldChg>
      <pc:sldChg chg="add del modTransition">
        <pc:chgData name="BUNYAN, Jack (NHS HUMBER HEALTH PARTNERSHIP - RWA)" userId="cc86845f-be38-43df-904e-f1295fc07ff6" providerId="ADAL" clId="{203D993B-4EA0-4727-B616-4A4EDAEC11B2}" dt="2026-07-07T15:31:14.244" v="1766" actId="47"/>
        <pc:sldMkLst>
          <pc:docMk/>
          <pc:sldMk cId="938875087" sldId="273"/>
        </pc:sldMkLst>
      </pc:sldChg>
      <pc:sldChg chg="add del modTransition">
        <pc:chgData name="BUNYAN, Jack (NHS HUMBER HEALTH PARTNERSHIP - RWA)" userId="cc86845f-be38-43df-904e-f1295fc07ff6" providerId="ADAL" clId="{203D993B-4EA0-4727-B616-4A4EDAEC11B2}" dt="2026-07-07T15:31:14.244" v="1766" actId="47"/>
        <pc:sldMkLst>
          <pc:docMk/>
          <pc:sldMk cId="4128786917" sldId="274"/>
        </pc:sldMkLst>
      </pc:sldChg>
      <pc:sldChg chg="add del replId modTransition">
        <pc:chgData name="BUNYAN, Jack (NHS HUMBER HEALTH PARTNERSHIP - RWA)" userId="cc86845f-be38-43df-904e-f1295fc07ff6" providerId="ADAL" clId="{203D993B-4EA0-4727-B616-4A4EDAEC11B2}" dt="2026-07-07T15:31:14.244" v="1766" actId="47"/>
        <pc:sldMkLst>
          <pc:docMk/>
          <pc:sldMk cId="1644497338" sldId="275"/>
        </pc:sldMkLst>
      </pc:sldChg>
      <pc:sldChg chg="addSp modSp add mod replId modTransition">
        <pc:chgData name="BUNYAN, Jack (NHS HUMBER HEALTH PARTNERSHIP - RWA)" userId="cc86845f-be38-43df-904e-f1295fc07ff6" providerId="ADAL" clId="{203D993B-4EA0-4727-B616-4A4EDAEC11B2}" dt="2026-07-07T15:24:07.433" v="1753"/>
        <pc:sldMkLst>
          <pc:docMk/>
          <pc:sldMk cId="1285962190" sldId="276"/>
        </pc:sldMkLst>
        <pc:cxnChg chg="add mod">
          <ac:chgData name="BUNYAN, Jack (NHS HUMBER HEALTH PARTNERSHIP - RWA)" userId="cc86845f-be38-43df-904e-f1295fc07ff6" providerId="ADAL" clId="{203D993B-4EA0-4727-B616-4A4EDAEC11B2}" dt="2026-07-07T15:17:05.252" v="1662" actId="208"/>
          <ac:cxnSpMkLst>
            <pc:docMk/>
            <pc:sldMk cId="1285962190" sldId="276"/>
            <ac:cxnSpMk id="2" creationId="{D38495F0-2EA0-6AD9-5E9A-2C5FC18B89A9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31:34.340" v="1770" actId="1076"/>
        <pc:sldMkLst>
          <pc:docMk/>
          <pc:sldMk cId="893998286" sldId="277"/>
        </pc:sldMkLst>
        <pc:spChg chg="add">
          <ac:chgData name="BUNYAN, Jack (NHS HUMBER HEALTH PARTNERSHIP - RWA)" userId="cc86845f-be38-43df-904e-f1295fc07ff6" providerId="ADAL" clId="{203D993B-4EA0-4727-B616-4A4EDAEC11B2}" dt="2026-07-07T15:31:24.210" v="1767" actId="22"/>
          <ac:spMkLst>
            <pc:docMk/>
            <pc:sldMk cId="893998286" sldId="277"/>
            <ac:spMk id="7" creationId="{8819306E-0A6D-2AD2-C459-AD5B2B2AB650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9" creationId="{1BFB1010-27D1-7133-F7E8-25D535FCF61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13" creationId="{FC627B36-85B0-CF2A-91A3-19DF6407E92C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17" creationId="{4B2C0FF0-8C27-46F3-C5E8-4EBA08759F10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24" creationId="{AEDCF9D8-D384-797B-196D-228484B7BFD0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27" creationId="{3843338D-F18C-DF35-9BC6-3ABCF07ECB2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30" creationId="{4CB40D1B-18D8-B6E5-A62F-BE541F522E9A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32" creationId="{3DF48B0C-267A-C789-F314-79500B11E2D3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31:24.210" v="1767" actId="22"/>
          <ac:spMkLst>
            <pc:docMk/>
            <pc:sldMk cId="893998286" sldId="277"/>
            <ac:spMk id="37" creationId="{72CF0925-0301-A7A0-E982-886BCA461610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31:24.210" v="1767" actId="22"/>
          <ac:spMkLst>
            <pc:docMk/>
            <pc:sldMk cId="893998286" sldId="277"/>
            <ac:spMk id="39" creationId="{332C5442-B980-8BEF-7B44-CA9CC7B5863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41" creationId="{7D5C5BC6-BE2F-8F13-B7EB-F0885BB9738E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43" creationId="{32FFCBE4-6A33-F741-AEF5-272CA79FA0A5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31:24.210" v="1767" actId="22"/>
          <ac:spMkLst>
            <pc:docMk/>
            <pc:sldMk cId="893998286" sldId="277"/>
            <ac:spMk id="45" creationId="{3C212E0C-6CC0-370F-92A9-41037A9154E9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47" creationId="{E08E9D77-6AB2-0091-B79A-7FAFD1E7B28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31:34.340" v="1770" actId="1076"/>
          <ac:spMkLst>
            <pc:docMk/>
            <pc:sldMk cId="893998286" sldId="277"/>
            <ac:spMk id="49" creationId="{3FA12D49-2B21-1B6C-B328-EAC0439FD9A2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5:17:36.646" v="1693" actId="1038"/>
          <ac:cxnSpMkLst>
            <pc:docMk/>
            <pc:sldMk cId="893998286" sldId="277"/>
            <ac:cxnSpMk id="2" creationId="{8D335079-2711-9318-B24B-404BF4513A9E}"/>
          </ac:cxnSpMkLst>
        </pc:cxnChg>
      </pc:sldChg>
      <pc:sldChg chg="addSp delSp modSp add del mod modTransition">
        <pc:chgData name="BUNYAN, Jack (NHS HUMBER HEALTH PARTNERSHIP - RWA)" userId="cc86845f-be38-43df-904e-f1295fc07ff6" providerId="ADAL" clId="{203D993B-4EA0-4727-B616-4A4EDAEC11B2}" dt="2026-07-07T15:31:39.296" v="1771" actId="2696"/>
        <pc:sldMkLst>
          <pc:docMk/>
          <pc:sldMk cId="1155514007" sldId="278"/>
        </pc:sldMkLst>
        <pc:spChg chg="add del mod">
          <ac:chgData name="BUNYAN, Jack (NHS HUMBER HEALTH PARTNERSHIP - RWA)" userId="cc86845f-be38-43df-904e-f1295fc07ff6" providerId="ADAL" clId="{203D993B-4EA0-4727-B616-4A4EDAEC11B2}" dt="2026-07-07T15:20:33.152" v="1712" actId="478"/>
          <ac:spMkLst>
            <pc:docMk/>
            <pc:sldMk cId="1155514007" sldId="278"/>
            <ac:spMk id="7" creationId="{F8A39F5F-E831-9596-254E-7A1A413D4EB3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20:33.547" v="1713" actId="22"/>
          <ac:spMkLst>
            <pc:docMk/>
            <pc:sldMk cId="1155514007" sldId="278"/>
            <ac:spMk id="9" creationId="{3134D8FE-1792-ECC7-C06D-96024215E577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5:17:42.040" v="1695" actId="478"/>
          <ac:cxnSpMkLst>
            <pc:docMk/>
            <pc:sldMk cId="1155514007" sldId="278"/>
            <ac:cxnSpMk id="2" creationId="{0940EFF7-8399-4D93-F322-397BFC08DAA6}"/>
          </ac:cxnSpMkLst>
        </pc:cxn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4:07.433" v="1753"/>
        <pc:sldMkLst>
          <pc:docMk/>
          <pc:sldMk cId="2333336933" sldId="279"/>
        </pc:sldMkLst>
        <pc:spChg chg="add mod">
          <ac:chgData name="BUNYAN, Jack (NHS HUMBER HEALTH PARTNERSHIP - RWA)" userId="cc86845f-be38-43df-904e-f1295fc07ff6" providerId="ADAL" clId="{203D993B-4EA0-4727-B616-4A4EDAEC11B2}" dt="2026-07-07T15:21:51.746" v="1725" actId="1076"/>
          <ac:spMkLst>
            <pc:docMk/>
            <pc:sldMk cId="2333336933" sldId="279"/>
            <ac:spMk id="3" creationId="{CAEB680F-D97C-21F4-346E-8091691857A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0:43.628" v="1714" actId="1076"/>
          <ac:spMkLst>
            <pc:docMk/>
            <pc:sldMk cId="2333336933" sldId="279"/>
            <ac:spMk id="7" creationId="{0810E99D-6D11-5A5D-D25E-4C375C36A024}"/>
          </ac:spMkLst>
        </pc:sp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6:03.118" v="1755" actId="1076"/>
        <pc:sldMkLst>
          <pc:docMk/>
          <pc:sldMk cId="4223621641" sldId="280"/>
        </pc:sldMkLst>
        <pc:spChg chg="add mod">
          <ac:chgData name="BUNYAN, Jack (NHS HUMBER HEALTH PARTNERSHIP - RWA)" userId="cc86845f-be38-43df-904e-f1295fc07ff6" providerId="ADAL" clId="{203D993B-4EA0-4727-B616-4A4EDAEC11B2}" dt="2026-07-07T15:21:08.637" v="1718" actId="1076"/>
          <ac:spMkLst>
            <pc:docMk/>
            <pc:sldMk cId="4223621641" sldId="280"/>
            <ac:spMk id="3" creationId="{6918D4E1-2BD7-4DC0-B660-73C0F1E9DFB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08.637" v="1718" actId="1076"/>
          <ac:spMkLst>
            <pc:docMk/>
            <pc:sldMk cId="4223621641" sldId="280"/>
            <ac:spMk id="7" creationId="{AB49EA79-15EC-A659-79DC-A1BD4B447EE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03.118" v="1755" actId="1076"/>
          <ac:spMkLst>
            <pc:docMk/>
            <pc:sldMk cId="4223621641" sldId="280"/>
            <ac:spMk id="9" creationId="{5A7DB872-D46D-BC47-CCBE-049334A5B88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03.118" v="1755" actId="1076"/>
          <ac:spMkLst>
            <pc:docMk/>
            <pc:sldMk cId="4223621641" sldId="280"/>
            <ac:spMk id="13" creationId="{2673B452-AD0B-70FD-4624-CCD9C8DD9DF5}"/>
          </ac:spMkLst>
        </pc:sp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6:11.842" v="1757" actId="1076"/>
        <pc:sldMkLst>
          <pc:docMk/>
          <pc:sldMk cId="2599082004" sldId="281"/>
        </pc:sldMkLst>
        <pc:spChg chg="mod">
          <ac:chgData name="BUNYAN, Jack (NHS HUMBER HEALTH PARTNERSHIP - RWA)" userId="cc86845f-be38-43df-904e-f1295fc07ff6" providerId="ADAL" clId="{203D993B-4EA0-4727-B616-4A4EDAEC11B2}" dt="2026-07-07T15:21:24.354" v="1722" actId="1076"/>
          <ac:spMkLst>
            <pc:docMk/>
            <pc:sldMk cId="2599082004" sldId="281"/>
            <ac:spMk id="3" creationId="{97F92708-9560-C9E3-AF23-5029A812861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24.354" v="1722" actId="1076"/>
          <ac:spMkLst>
            <pc:docMk/>
            <pc:sldMk cId="2599082004" sldId="281"/>
            <ac:spMk id="7" creationId="{F43F975E-4DC4-2AB7-9409-945F6D187456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1:24.354" v="1722" actId="1076"/>
          <ac:spMkLst>
            <pc:docMk/>
            <pc:sldMk cId="2599082004" sldId="281"/>
            <ac:spMk id="8" creationId="{38527498-DB2B-736E-BD66-A42FBFB1D5D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1:24.354" v="1722" actId="1076"/>
          <ac:spMkLst>
            <pc:docMk/>
            <pc:sldMk cId="2599082004" sldId="281"/>
            <ac:spMk id="11" creationId="{5B6808A5-99A8-0FDA-F152-9BFF16DEA15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1.842" v="1757" actId="1076"/>
          <ac:spMkLst>
            <pc:docMk/>
            <pc:sldMk cId="2599082004" sldId="281"/>
            <ac:spMk id="15" creationId="{D480C2BE-02C2-A2D1-5E30-41231A65605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1.842" v="1757" actId="1076"/>
          <ac:spMkLst>
            <pc:docMk/>
            <pc:sldMk cId="2599082004" sldId="281"/>
            <ac:spMk id="19" creationId="{C54D8489-065E-ADDB-BF23-B7407EA8FB8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1.842" v="1757" actId="1076"/>
          <ac:spMkLst>
            <pc:docMk/>
            <pc:sldMk cId="2599082004" sldId="281"/>
            <ac:spMk id="22" creationId="{D9D70403-976A-CC9D-DA37-10FD017CAA85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1.842" v="1757" actId="1076"/>
          <ac:spMkLst>
            <pc:docMk/>
            <pc:sldMk cId="2599082004" sldId="281"/>
            <ac:spMk id="26" creationId="{A8B0D76E-2AFB-FFA8-926F-BDB971EEB9D5}"/>
          </ac:spMkLst>
        </pc:sp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6:19.191" v="1759" actId="1076"/>
        <pc:sldMkLst>
          <pc:docMk/>
          <pc:sldMk cId="3681583420" sldId="282"/>
        </pc:sldMkLst>
        <pc:spChg chg="mod">
          <ac:chgData name="BUNYAN, Jack (NHS HUMBER HEALTH PARTNERSHIP - RWA)" userId="cc86845f-be38-43df-904e-f1295fc07ff6" providerId="ADAL" clId="{203D993B-4EA0-4727-B616-4A4EDAEC11B2}" dt="2026-07-07T15:21:59.839" v="1726" actId="1076"/>
          <ac:spMkLst>
            <pc:docMk/>
            <pc:sldMk cId="3681583420" sldId="282"/>
            <ac:spMk id="3" creationId="{4F8CE833-5E67-8C4A-985F-4A142453431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59.839" v="1726" actId="1076"/>
          <ac:spMkLst>
            <pc:docMk/>
            <pc:sldMk cId="3681583420" sldId="282"/>
            <ac:spMk id="7" creationId="{846AFEC4-27D8-1DB6-706C-65E6A925AA6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59.839" v="1726" actId="1076"/>
          <ac:spMkLst>
            <pc:docMk/>
            <pc:sldMk cId="3681583420" sldId="282"/>
            <ac:spMk id="8" creationId="{D64E16FE-F332-6134-851C-C51367591E2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03.778" v="1728" actId="1076"/>
          <ac:spMkLst>
            <pc:docMk/>
            <pc:sldMk cId="3681583420" sldId="282"/>
            <ac:spMk id="9" creationId="{4A193C11-1700-A2CB-AE2F-8EA8463D20D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59.839" v="1726" actId="1076"/>
          <ac:spMkLst>
            <pc:docMk/>
            <pc:sldMk cId="3681583420" sldId="282"/>
            <ac:spMk id="11" creationId="{4931B62F-B931-735B-5AA4-13C38A07AEE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03.778" v="1728" actId="1076"/>
          <ac:spMkLst>
            <pc:docMk/>
            <pc:sldMk cId="3681583420" sldId="282"/>
            <ac:spMk id="15" creationId="{75EEC472-9CB5-E846-9E21-D57A2F6A8010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03.778" v="1728" actId="1076"/>
          <ac:spMkLst>
            <pc:docMk/>
            <pc:sldMk cId="3681583420" sldId="282"/>
            <ac:spMk id="19" creationId="{648421EF-3E5D-36E9-978B-69C7C09780D0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03.778" v="1728" actId="1076"/>
          <ac:spMkLst>
            <pc:docMk/>
            <pc:sldMk cId="3681583420" sldId="282"/>
            <ac:spMk id="22" creationId="{8F1EF422-EDA2-D3B1-7824-788F4FC8DE6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26" creationId="{FC2D4BA6-B05A-DDC9-2536-602E71E06EC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28" creationId="{E90FFC2C-F313-64C7-157E-72BA103C7F5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31" creationId="{E71ED3E0-324C-123E-C39C-5151E301A04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34" creationId="{792C621F-D9B9-69B7-6AD0-FE9F5581FA2B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36" creationId="{80F84C33-2FF6-DB0F-E138-C5FDAFAD402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38" creationId="{9BD668BD-D64C-5D5A-013C-07C092DF704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40" creationId="{0EFEB566-4EA7-A655-D761-802DF0E2823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42" creationId="{CC845708-FB86-322B-39D3-8B25414FF6A5}"/>
          </ac:spMkLst>
        </pc:sp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26:26.823" v="1761" actId="1076"/>
        <pc:sldMkLst>
          <pc:docMk/>
          <pc:sldMk cId="2178874069" sldId="283"/>
        </pc:sldMkLst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3" creationId="{052638D8-3A74-7EF2-0B7F-5F75A93AA2F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7" creationId="{87CB0E5E-7423-7DFB-74F5-274673181CC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8" creationId="{937E865D-C8AE-BED5-43CB-A5C8BAFD139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9" creationId="{EE342BB3-287F-0710-492D-AB20BE0EA79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11" creationId="{A1DDF2FF-A911-BAE7-274B-A31C0959B14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13" creationId="{325C83ED-FCC9-2116-8E82-0EAF31D90F1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15" creationId="{523DCE11-71B6-6A53-6E83-99E7DFA4143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19" creationId="{0F798E89-8799-4B7B-C490-D2CFA9888F8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21" creationId="{B67830B1-7863-F6DE-E4DF-CDA80F711F0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48.616" v="1739" actId="1076"/>
          <ac:spMkLst>
            <pc:docMk/>
            <pc:sldMk cId="2178874069" sldId="283"/>
            <ac:spMk id="22" creationId="{2EEEF12D-09C6-EFA9-0E63-55BC3A3E530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26" creationId="{B7B8872E-7502-21E2-718E-02CB36CE7BE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28" creationId="{B0579AD4-B605-57FD-3FB6-0EECA5F9111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31" creationId="{09C36585-4508-4EEA-0E8B-EF7186D2EB78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34" creationId="{78FD921C-BCC5-C0E5-883B-CC457E6DBBF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36" creationId="{9D3057CD-8CA9-D95F-2051-FDC0D97B7D7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38" creationId="{0F6D9FA6-F942-E111-D97F-EFD454BA368D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22:43.802" v="1736" actId="22"/>
          <ac:spMkLst>
            <pc:docMk/>
            <pc:sldMk cId="2178874069" sldId="283"/>
            <ac:spMk id="40" creationId="{058A5E90-8CB6-3E2A-EC3F-2799CF69675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44" creationId="{68D43BF3-DD0F-7590-DE7E-6C251A0A1C3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46" creationId="{CE95BEC1-5BDB-36A9-37FA-1B7919D085CE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56" creationId="{C50392BC-913A-C3EE-6A98-D375CF8FC4F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58" creationId="{C663FBC8-DCC5-5227-673A-938FB31804B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0" creationId="{73F777CF-8DE3-92F1-9BDD-964D6A00014C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2" creationId="{C8630E31-5E2A-13AF-FEE2-D7A0E79D6FB1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4" creationId="{9175922A-3CEE-0BDA-E434-545E6785785D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6" creationId="{B3C6CA1E-ED4B-F2D7-2A28-CD144EBBFF4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8" creationId="{2EBC03C8-57C7-B90A-0268-3833C60428FA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70" creationId="{BAD39463-A377-E65B-D547-ABAC02989AF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72" creationId="{EE7A11C9-C814-76B4-143B-9773CD29A25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76" creationId="{1349D292-01C2-0DE3-A906-BC2B70864358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78" creationId="{CBE3CD02-79CE-6ABC-0A08-2986C15AFA6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84" creationId="{E6D46076-08DF-4BD1-B838-999C53CCEB8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86" creationId="{78FFA57A-3BEE-8A73-28C4-A2C5748E5CE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88" creationId="{D6E79DD4-EFB6-E696-6E05-463F7FCE2C8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90" creationId="{872867B6-5053-3C8A-EA2D-3EA69BBB9A8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94" creationId="{64EF3AF1-BC67-6EA5-DBF1-04062A2BEBC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100" creationId="{9CE1120C-F617-18FD-61BF-BD0466B6B49D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102" creationId="{4EE47A3C-36B1-CA1F-9A7E-5BAFFE51931E}"/>
          </ac:spMkLst>
        </pc:sp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4:07.433" v="1753"/>
        <pc:sldMkLst>
          <pc:docMk/>
          <pc:sldMk cId="1146933285" sldId="284"/>
        </pc:sldMkLst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3" creationId="{207A7B5D-30E1-7ACA-A229-2CA8B18C743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7" creationId="{439697C2-ECFE-9D3A-FFCA-3FA268DF8E8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8" creationId="{346BAAF1-7EE8-3A59-E387-3CB4BD829AE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9" creationId="{C10BA58B-4CB9-267A-C7BE-A260F2EEDF9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11" creationId="{81DBFAFB-BA8B-0EAB-0B19-42FE165635B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13" creationId="{6A78103F-211F-E03E-1432-2F9C514B351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26" creationId="{7D6B89D9-04E4-0899-2C54-E9B604F10E3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27" creationId="{386387F3-1D98-5EF6-114F-293E4F3DB15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31" creationId="{2E3EED7D-21E3-16CE-81A6-FCC28AB508D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32" creationId="{29BA1162-4654-B75A-2D07-7AB10352DFA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34" creationId="{DD9E1A86-28D6-19E1-78A5-F7296924C62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36" creationId="{57EBDF34-3E15-4A7A-1D3C-B9309E77F2B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40" creationId="{2E4FE665-3AE5-225C-18D4-718D83662F8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44" creationId="{B40DC48B-6BE0-8812-6AB0-D9F11419A25B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48" creationId="{FF7EDE41-A582-4348-5362-8ED039753688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52" creationId="{3966A9D7-36D3-468C-C08C-C0FEBF6CEAD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54" creationId="{DC2E3C81-A8C9-354B-1F40-52CA112CE58D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58" creationId="{E3E812C2-B691-4F9F-752A-45B497AAA86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60" creationId="{4A7D1EB2-C752-BA7F-DE6F-4C253F924BC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62" creationId="{4040F31A-6EA4-41FB-6818-D86A627325BF}"/>
          </ac:spMkLst>
        </pc:spChg>
      </pc:sldChg>
      <pc:sldChg chg="modSp add mod modTransition">
        <pc:chgData name="BUNYAN, Jack (NHS HUMBER HEALTH PARTNERSHIP - RWA)" userId="cc86845f-be38-43df-904e-f1295fc07ff6" providerId="ADAL" clId="{203D993B-4EA0-4727-B616-4A4EDAEC11B2}" dt="2026-07-07T15:24:07.433" v="1753"/>
        <pc:sldMkLst>
          <pc:docMk/>
          <pc:sldMk cId="2051525980" sldId="285"/>
        </pc:sldMkLst>
        <pc:spChg chg="mod">
          <ac:chgData name="BUNYAN, Jack (NHS HUMBER HEALTH PARTNERSHIP - RWA)" userId="cc86845f-be38-43df-904e-f1295fc07ff6" providerId="ADAL" clId="{203D993B-4EA0-4727-B616-4A4EDAEC11B2}" dt="2026-07-07T15:23:53.029" v="1751" actId="1076"/>
          <ac:spMkLst>
            <pc:docMk/>
            <pc:sldMk cId="2051525980" sldId="285"/>
            <ac:spMk id="3" creationId="{46128238-A9DA-B2CE-6ECC-71CF30849EE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7" creationId="{E2DD8A9D-D1E6-8EFE-C159-B1BE6DABCF3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8" creationId="{7DA47191-D202-BC5D-E2E6-491EDF6959F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11" creationId="{A7CF479B-60FB-FBDB-50CF-90E1FF98CD5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13" creationId="{9AA591C5-BF37-B9BF-E657-D23AF4AE7DD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15" creationId="{3E428B4C-3608-C97B-52D9-7B4AD538650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30.941" v="1746" actId="1076"/>
          <ac:spMkLst>
            <pc:docMk/>
            <pc:sldMk cId="2051525980" sldId="285"/>
            <ac:spMk id="17" creationId="{2E974ECC-E8D6-355B-1D60-41EF5FD4EAD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9.377" v="1750" actId="1076"/>
          <ac:spMkLst>
            <pc:docMk/>
            <pc:sldMk cId="2051525980" sldId="285"/>
            <ac:spMk id="19" creationId="{B82F8A33-6193-474A-5C16-E621F015C2F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36.607" v="1747" actId="1076"/>
          <ac:spMkLst>
            <pc:docMk/>
            <pc:sldMk cId="2051525980" sldId="285"/>
            <ac:spMk id="21" creationId="{054551F9-CA95-38AC-93EB-48C57A29AB2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22" creationId="{8BAF0352-6F3B-C682-6C4F-D3B2034ACB5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26" creationId="{926AE298-70D0-13EE-E368-E9AE853D7E4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27" creationId="{E08CC853-93D5-B324-0EF6-0A59DD45F0C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30.941" v="1746" actId="1076"/>
          <ac:spMkLst>
            <pc:docMk/>
            <pc:sldMk cId="2051525980" sldId="285"/>
            <ac:spMk id="28" creationId="{D91949FF-8C9C-D4F4-9E98-D4AAEB88344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31" creationId="{8BE05790-CB02-89E0-D5BD-A91A83586170}"/>
          </ac:spMkLst>
        </pc:spChg>
        <pc:spChg chg="ord">
          <ac:chgData name="BUNYAN, Jack (NHS HUMBER HEALTH PARTNERSHIP - RWA)" userId="cc86845f-be38-43df-904e-f1295fc07ff6" providerId="ADAL" clId="{203D993B-4EA0-4727-B616-4A4EDAEC11B2}" dt="2026-07-07T15:23:56.584" v="1752" actId="166"/>
          <ac:spMkLst>
            <pc:docMk/>
            <pc:sldMk cId="2051525980" sldId="285"/>
            <ac:spMk id="33" creationId="{E05201D1-DBAA-50DB-D8A9-3ED2C450BDF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34" creationId="{F1EBA0F6-BC4E-D910-D80E-B8A6BF10997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36" creationId="{014B0BD6-F27D-80DF-49FE-1B1BCCAD1D2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9.377" v="1750" actId="1076"/>
          <ac:spMkLst>
            <pc:docMk/>
            <pc:sldMk cId="2051525980" sldId="285"/>
            <ac:spMk id="37" creationId="{BDE36A6D-1B75-E833-9948-DEB718FE420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9.377" v="1750" actId="1076"/>
          <ac:spMkLst>
            <pc:docMk/>
            <pc:sldMk cId="2051525980" sldId="285"/>
            <ac:spMk id="42" creationId="{85712335-48A9-0954-F8EC-FAF0AB7C366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44" creationId="{3829243E-46BC-7192-C48B-07A4C4DB952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48" creationId="{E0DF238E-6674-43CF-9CFA-B703E5D5F2D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52" creationId="{29340297-DBA3-1C67-9CA4-955BCE6BE7C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54" creationId="{A196423B-96A6-1D61-C993-23376AE58D1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30.941" v="1746" actId="1076"/>
          <ac:spMkLst>
            <pc:docMk/>
            <pc:sldMk cId="2051525980" sldId="285"/>
            <ac:spMk id="56" creationId="{B8BDB1ED-AC76-F93A-9D29-1089857C40A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58" creationId="{AD016B87-7A53-89D9-778B-D4C1304AC65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9.377" v="1750" actId="1076"/>
          <ac:spMkLst>
            <pc:docMk/>
            <pc:sldMk cId="2051525980" sldId="285"/>
            <ac:spMk id="60" creationId="{5821692E-C87D-2CFF-E462-EAD8ECA8463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62" creationId="{B0235CF2-7F07-A7B3-25DD-DDCA0AB4E71C}"/>
          </ac:spMkLst>
        </pc:spChg>
      </pc:sldChg>
      <pc:sldChg chg="add">
        <pc:chgData name="BUNYAN, Jack (NHS HUMBER HEALTH PARTNERSHIP - RWA)" userId="cc86845f-be38-43df-904e-f1295fc07ff6" providerId="ADAL" clId="{203D993B-4EA0-4727-B616-4A4EDAEC11B2}" dt="2026-07-07T15:26:45.608" v="1762" actId="2890"/>
        <pc:sldMkLst>
          <pc:docMk/>
          <pc:sldMk cId="2989418030" sldId="286"/>
        </pc:sldMkLst>
      </pc:sldChg>
      <pc:sldChg chg="add">
        <pc:chgData name="BUNYAN, Jack (NHS HUMBER HEALTH PARTNERSHIP - RWA)" userId="cc86845f-be38-43df-904e-f1295fc07ff6" providerId="ADAL" clId="{203D993B-4EA0-4727-B616-4A4EDAEC11B2}" dt="2026-07-07T15:26:49.413" v="1763" actId="2890"/>
        <pc:sldMkLst>
          <pc:docMk/>
          <pc:sldMk cId="3476524147" sldId="287"/>
        </pc:sldMkLst>
      </pc:sldChg>
      <pc:sldChg chg="new del">
        <pc:chgData name="BUNYAN, Jack (NHS HUMBER HEALTH PARTNERSHIP - RWA)" userId="cc86845f-be38-43df-904e-f1295fc07ff6" providerId="ADAL" clId="{203D993B-4EA0-4727-B616-4A4EDAEC11B2}" dt="2026-07-07T15:27:40.180" v="1765" actId="680"/>
        <pc:sldMkLst>
          <pc:docMk/>
          <pc:sldMk cId="4222051770" sldId="288"/>
        </pc:sldMkLst>
      </pc:sldChg>
      <pc:sldMasterChg chg="modSp modSldLayout">
        <pc:chgData name="BUNYAN, Jack (NHS HUMBER HEALTH PARTNERSHIP - RWA)" userId="cc86845f-be38-43df-904e-f1295fc07ff6" providerId="ADAL" clId="{203D993B-4EA0-4727-B616-4A4EDAEC11B2}" dt="2026-07-07T15:00:43.698" v="1128"/>
        <pc:sldMasterMkLst>
          <pc:docMk/>
          <pc:sldMasterMk cId="466736413" sldId="2147483660"/>
        </pc:sldMaster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2" creationId="{00000000-0000-0000-0000-00000000000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3" creationId="{00000000-0000-0000-0000-00000000000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4" creationId="{00000000-0000-0000-0000-00000000000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5" creationId="{00000000-0000-0000-0000-00000000000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6" creationId="{00000000-0000-0000-0000-000000000000}"/>
          </ac:spMkLst>
        </pc:sp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53693439" sldId="2147483661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53693439" sldId="2147483661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53693439" sldId="2147483661"/>
              <ac:spMk id="3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1245957887" sldId="2147483663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245957887" sldId="2147483663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245957887" sldId="2147483663"/>
              <ac:spMk id="3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2808380045" sldId="2147483664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808380045" sldId="2147483664"/>
              <ac:spMk id="3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808380045" sldId="2147483664"/>
              <ac:spMk id="4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318700813" sldId="2147483665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3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4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5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6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1175629317" sldId="2147483668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175629317" sldId="2147483668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175629317" sldId="2147483668"/>
              <ac:spMk id="3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175629317" sldId="2147483668"/>
              <ac:spMk id="4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2221383389" sldId="2147483669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221383389" sldId="2147483669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221383389" sldId="2147483669"/>
              <ac:spMk id="3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221383389" sldId="2147483669"/>
              <ac:spMk id="4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1912825759" sldId="2147483671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912825759" sldId="2147483671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912825759" sldId="2147483671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9903" y="1767462"/>
            <a:ext cx="14399419" cy="3759917"/>
          </a:xfrm>
        </p:spPr>
        <p:txBody>
          <a:bodyPr anchor="b"/>
          <a:lstStyle>
            <a:lvl1pPr algn="ctr">
              <a:defRPr sz="944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9903" y="5672376"/>
            <a:ext cx="14399419" cy="2607442"/>
          </a:xfrm>
        </p:spPr>
        <p:txBody>
          <a:bodyPr/>
          <a:lstStyle>
            <a:lvl1pPr marL="0" indent="0" algn="ctr">
              <a:buNone/>
              <a:defRPr sz="3779"/>
            </a:lvl1pPr>
            <a:lvl2pPr marL="719953" indent="0" algn="ctr">
              <a:buNone/>
              <a:defRPr sz="3149"/>
            </a:lvl2pPr>
            <a:lvl3pPr marL="1439906" indent="0" algn="ctr">
              <a:buNone/>
              <a:defRPr sz="2834"/>
            </a:lvl3pPr>
            <a:lvl4pPr marL="2159859" indent="0" algn="ctr">
              <a:buNone/>
              <a:defRPr sz="2520"/>
            </a:lvl4pPr>
            <a:lvl5pPr marL="2879811" indent="0" algn="ctr">
              <a:buNone/>
              <a:defRPr sz="2520"/>
            </a:lvl5pPr>
            <a:lvl6pPr marL="3599764" indent="0" algn="ctr">
              <a:buNone/>
              <a:defRPr sz="2520"/>
            </a:lvl6pPr>
            <a:lvl7pPr marL="4319717" indent="0" algn="ctr">
              <a:buNone/>
              <a:defRPr sz="2520"/>
            </a:lvl7pPr>
            <a:lvl8pPr marL="5039670" indent="0" algn="ctr">
              <a:buNone/>
              <a:defRPr sz="2520"/>
            </a:lvl8pPr>
            <a:lvl9pPr marL="5759623" indent="0" algn="ctr">
              <a:buNone/>
              <a:defRPr sz="252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4636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565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9947" y="2692442"/>
            <a:ext cx="16559332" cy="4492401"/>
          </a:xfrm>
        </p:spPr>
        <p:txBody>
          <a:bodyPr anchor="b"/>
          <a:lstStyle>
            <a:lvl1pPr>
              <a:defRPr sz="944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9947" y="7227343"/>
            <a:ext cx="16559332" cy="2362447"/>
          </a:xfrm>
        </p:spPr>
        <p:txBody>
          <a:bodyPr/>
          <a:lstStyle>
            <a:lvl1pPr marL="0" indent="0">
              <a:buNone/>
              <a:defRPr sz="3779">
                <a:solidFill>
                  <a:schemeClr val="tx1">
                    <a:tint val="82000"/>
                  </a:schemeClr>
                </a:solidFill>
              </a:defRPr>
            </a:lvl1pPr>
            <a:lvl2pPr marL="719953" indent="0">
              <a:buNone/>
              <a:defRPr sz="3149">
                <a:solidFill>
                  <a:schemeClr val="tx1">
                    <a:tint val="82000"/>
                  </a:schemeClr>
                </a:solidFill>
              </a:defRPr>
            </a:lvl2pPr>
            <a:lvl3pPr marL="1439906" indent="0">
              <a:buNone/>
              <a:defRPr sz="2834">
                <a:solidFill>
                  <a:schemeClr val="tx1">
                    <a:tint val="82000"/>
                  </a:schemeClr>
                </a:solidFill>
              </a:defRPr>
            </a:lvl3pPr>
            <a:lvl4pPr marL="2159859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81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76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717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67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62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798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19947" y="2874937"/>
            <a:ext cx="8159671" cy="6852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19607" y="2874937"/>
            <a:ext cx="8159671" cy="6852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877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7" y="574988"/>
            <a:ext cx="16559332" cy="208745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2448" y="2647443"/>
            <a:ext cx="8122171" cy="1297471"/>
          </a:xfrm>
        </p:spPr>
        <p:txBody>
          <a:bodyPr anchor="b"/>
          <a:lstStyle>
            <a:lvl1pPr marL="0" indent="0">
              <a:buNone/>
              <a:defRPr sz="3779" b="1"/>
            </a:lvl1pPr>
            <a:lvl2pPr marL="719953" indent="0">
              <a:buNone/>
              <a:defRPr sz="3149" b="1"/>
            </a:lvl2pPr>
            <a:lvl3pPr marL="1439906" indent="0">
              <a:buNone/>
              <a:defRPr sz="2834" b="1"/>
            </a:lvl3pPr>
            <a:lvl4pPr marL="2159859" indent="0">
              <a:buNone/>
              <a:defRPr sz="2520" b="1"/>
            </a:lvl4pPr>
            <a:lvl5pPr marL="2879811" indent="0">
              <a:buNone/>
              <a:defRPr sz="2520" b="1"/>
            </a:lvl5pPr>
            <a:lvl6pPr marL="3599764" indent="0">
              <a:buNone/>
              <a:defRPr sz="2520" b="1"/>
            </a:lvl6pPr>
            <a:lvl7pPr marL="4319717" indent="0">
              <a:buNone/>
              <a:defRPr sz="2520" b="1"/>
            </a:lvl7pPr>
            <a:lvl8pPr marL="5039670" indent="0">
              <a:buNone/>
              <a:defRPr sz="2520" b="1"/>
            </a:lvl8pPr>
            <a:lvl9pPr marL="5759623" indent="0">
              <a:buNone/>
              <a:defRPr sz="252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22448" y="3944914"/>
            <a:ext cx="8122171" cy="58023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719608" y="2647443"/>
            <a:ext cx="8162171" cy="1297471"/>
          </a:xfrm>
        </p:spPr>
        <p:txBody>
          <a:bodyPr anchor="b"/>
          <a:lstStyle>
            <a:lvl1pPr marL="0" indent="0">
              <a:buNone/>
              <a:defRPr sz="3779" b="1"/>
            </a:lvl1pPr>
            <a:lvl2pPr marL="719953" indent="0">
              <a:buNone/>
              <a:defRPr sz="3149" b="1"/>
            </a:lvl2pPr>
            <a:lvl3pPr marL="1439906" indent="0">
              <a:buNone/>
              <a:defRPr sz="2834" b="1"/>
            </a:lvl3pPr>
            <a:lvl4pPr marL="2159859" indent="0">
              <a:buNone/>
              <a:defRPr sz="2520" b="1"/>
            </a:lvl4pPr>
            <a:lvl5pPr marL="2879811" indent="0">
              <a:buNone/>
              <a:defRPr sz="2520" b="1"/>
            </a:lvl5pPr>
            <a:lvl6pPr marL="3599764" indent="0">
              <a:buNone/>
              <a:defRPr sz="2520" b="1"/>
            </a:lvl6pPr>
            <a:lvl7pPr marL="4319717" indent="0">
              <a:buNone/>
              <a:defRPr sz="2520" b="1"/>
            </a:lvl7pPr>
            <a:lvl8pPr marL="5039670" indent="0">
              <a:buNone/>
              <a:defRPr sz="2520" b="1"/>
            </a:lvl8pPr>
            <a:lvl9pPr marL="5759623" indent="0">
              <a:buNone/>
              <a:defRPr sz="252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719608" y="3944914"/>
            <a:ext cx="8162171" cy="58023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7086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807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4842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8" y="719984"/>
            <a:ext cx="6192249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171" y="1554966"/>
            <a:ext cx="9719608" cy="767483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79"/>
            </a:lvl3pPr>
            <a:lvl4pPr>
              <a:defRPr sz="3149"/>
            </a:lvl4pPr>
            <a:lvl5pPr>
              <a:defRPr sz="3149"/>
            </a:lvl5pPr>
            <a:lvl6pPr>
              <a:defRPr sz="3149"/>
            </a:lvl6pPr>
            <a:lvl7pPr>
              <a:defRPr sz="3149"/>
            </a:lvl7pPr>
            <a:lvl8pPr>
              <a:defRPr sz="3149"/>
            </a:lvl8pPr>
            <a:lvl9pPr>
              <a:defRPr sz="314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22448" y="3239929"/>
            <a:ext cx="6192249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53" indent="0">
              <a:buNone/>
              <a:defRPr sz="2205"/>
            </a:lvl2pPr>
            <a:lvl3pPr marL="1439906" indent="0">
              <a:buNone/>
              <a:defRPr sz="1890"/>
            </a:lvl3pPr>
            <a:lvl4pPr marL="2159859" indent="0">
              <a:buNone/>
              <a:defRPr sz="1575"/>
            </a:lvl4pPr>
            <a:lvl5pPr marL="2879811" indent="0">
              <a:buNone/>
              <a:defRPr sz="1575"/>
            </a:lvl5pPr>
            <a:lvl6pPr marL="3599764" indent="0">
              <a:buNone/>
              <a:defRPr sz="1575"/>
            </a:lvl6pPr>
            <a:lvl7pPr marL="4319717" indent="0">
              <a:buNone/>
              <a:defRPr sz="1575"/>
            </a:lvl7pPr>
            <a:lvl8pPr marL="5039670" indent="0">
              <a:buNone/>
              <a:defRPr sz="1575"/>
            </a:lvl8pPr>
            <a:lvl9pPr marL="5759623" indent="0">
              <a:buNone/>
              <a:defRPr sz="15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82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8" y="719984"/>
            <a:ext cx="6192249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62171" y="1554966"/>
            <a:ext cx="9719608" cy="767483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53" indent="0">
              <a:buNone/>
              <a:defRPr sz="4409"/>
            </a:lvl2pPr>
            <a:lvl3pPr marL="1439906" indent="0">
              <a:buNone/>
              <a:defRPr sz="3779"/>
            </a:lvl3pPr>
            <a:lvl4pPr marL="2159859" indent="0">
              <a:buNone/>
              <a:defRPr sz="3149"/>
            </a:lvl4pPr>
            <a:lvl5pPr marL="2879811" indent="0">
              <a:buNone/>
              <a:defRPr sz="3149"/>
            </a:lvl5pPr>
            <a:lvl6pPr marL="3599764" indent="0">
              <a:buNone/>
              <a:defRPr sz="3149"/>
            </a:lvl6pPr>
            <a:lvl7pPr marL="4319717" indent="0">
              <a:buNone/>
              <a:defRPr sz="3149"/>
            </a:lvl7pPr>
            <a:lvl8pPr marL="5039670" indent="0">
              <a:buNone/>
              <a:defRPr sz="3149"/>
            </a:lvl8pPr>
            <a:lvl9pPr marL="5759623" indent="0">
              <a:buNone/>
              <a:defRPr sz="314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22448" y="3239929"/>
            <a:ext cx="6192249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53" indent="0">
              <a:buNone/>
              <a:defRPr sz="2205"/>
            </a:lvl2pPr>
            <a:lvl3pPr marL="1439906" indent="0">
              <a:buNone/>
              <a:defRPr sz="1890"/>
            </a:lvl3pPr>
            <a:lvl4pPr marL="2159859" indent="0">
              <a:buNone/>
              <a:defRPr sz="1575"/>
            </a:lvl4pPr>
            <a:lvl5pPr marL="2879811" indent="0">
              <a:buNone/>
              <a:defRPr sz="1575"/>
            </a:lvl5pPr>
            <a:lvl6pPr marL="3599764" indent="0">
              <a:buNone/>
              <a:defRPr sz="1575"/>
            </a:lvl6pPr>
            <a:lvl7pPr marL="4319717" indent="0">
              <a:buNone/>
              <a:defRPr sz="1575"/>
            </a:lvl7pPr>
            <a:lvl8pPr marL="5039670" indent="0">
              <a:buNone/>
              <a:defRPr sz="1575"/>
            </a:lvl8pPr>
            <a:lvl9pPr marL="5759623" indent="0">
              <a:buNone/>
              <a:defRPr sz="15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6424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9811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739445" y="574987"/>
            <a:ext cx="4139833" cy="91523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19947" y="574987"/>
            <a:ext cx="12179508" cy="91523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2415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19947" y="574988"/>
            <a:ext cx="1655933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9947" y="2874937"/>
            <a:ext cx="1655933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19947" y="10009781"/>
            <a:ext cx="431982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8E88E-6E8E-483B-8D26-7870E5A4E588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59744" y="10009781"/>
            <a:ext cx="647973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559452" y="10009781"/>
            <a:ext cx="431982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10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39906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76" indent="-359976" algn="l" defTabSz="143990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29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79" kern="1200">
          <a:solidFill>
            <a:schemeClr val="tx1"/>
          </a:solidFill>
          <a:latin typeface="+mn-lt"/>
          <a:ea typeface="+mn-ea"/>
          <a:cs typeface="+mn-cs"/>
        </a:defRPr>
      </a:lvl2pPr>
      <a:lvl3pPr marL="1799882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3pPr>
      <a:lvl4pPr marL="2519835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4pPr>
      <a:lvl5pPr marL="3239788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5pPr>
      <a:lvl6pPr marL="3959741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6pPr>
      <a:lvl7pPr marL="4679693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7pPr>
      <a:lvl8pPr marL="5399646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8pPr>
      <a:lvl9pPr marL="6119599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1pPr>
      <a:lvl2pPr marL="719953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2pPr>
      <a:lvl3pPr marL="1439906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3pPr>
      <a:lvl4pPr marL="2159859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4pPr>
      <a:lvl5pPr marL="2879811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5pPr>
      <a:lvl6pPr marL="3599764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6pPr>
      <a:lvl7pPr marL="4319717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7pPr>
      <a:lvl8pPr marL="5039670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8pPr>
      <a:lvl9pPr marL="5759623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6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3" Type="http://schemas.openxmlformats.org/officeDocument/2006/relationships/image" Target="../media/image33.png"/><Relationship Id="rId21" Type="http://schemas.openxmlformats.org/officeDocument/2006/relationships/image" Target="../media/image51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33" Type="http://schemas.openxmlformats.org/officeDocument/2006/relationships/image" Target="../media/image63.png"/><Relationship Id="rId2" Type="http://schemas.openxmlformats.org/officeDocument/2006/relationships/image" Target="../media/image32.png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29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24" Type="http://schemas.openxmlformats.org/officeDocument/2006/relationships/image" Target="../media/image54.png"/><Relationship Id="rId32" Type="http://schemas.openxmlformats.org/officeDocument/2006/relationships/image" Target="../media/image62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28" Type="http://schemas.openxmlformats.org/officeDocument/2006/relationships/image" Target="../media/image58.png"/><Relationship Id="rId10" Type="http://schemas.openxmlformats.org/officeDocument/2006/relationships/image" Target="../media/image40.png"/><Relationship Id="rId19" Type="http://schemas.openxmlformats.org/officeDocument/2006/relationships/image" Target="../media/image49.png"/><Relationship Id="rId31" Type="http://schemas.openxmlformats.org/officeDocument/2006/relationships/image" Target="../media/image61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Relationship Id="rId27" Type="http://schemas.openxmlformats.org/officeDocument/2006/relationships/image" Target="../media/image57.png"/><Relationship Id="rId30" Type="http://schemas.openxmlformats.org/officeDocument/2006/relationships/image" Target="../media/image60.png"/><Relationship Id="rId8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5.png"/><Relationship Id="rId18" Type="http://schemas.openxmlformats.org/officeDocument/2006/relationships/image" Target="../media/image80.png"/><Relationship Id="rId26" Type="http://schemas.openxmlformats.org/officeDocument/2006/relationships/image" Target="../media/image88.png"/><Relationship Id="rId3" Type="http://schemas.openxmlformats.org/officeDocument/2006/relationships/image" Target="../media/image65.png"/><Relationship Id="rId21" Type="http://schemas.openxmlformats.org/officeDocument/2006/relationships/image" Target="../media/image83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17" Type="http://schemas.openxmlformats.org/officeDocument/2006/relationships/image" Target="../media/image79.png"/><Relationship Id="rId25" Type="http://schemas.openxmlformats.org/officeDocument/2006/relationships/image" Target="../media/image87.png"/><Relationship Id="rId33" Type="http://schemas.openxmlformats.org/officeDocument/2006/relationships/image" Target="../media/image95.png"/><Relationship Id="rId2" Type="http://schemas.openxmlformats.org/officeDocument/2006/relationships/image" Target="../media/image64.png"/><Relationship Id="rId16" Type="http://schemas.openxmlformats.org/officeDocument/2006/relationships/image" Target="../media/image78.png"/><Relationship Id="rId20" Type="http://schemas.openxmlformats.org/officeDocument/2006/relationships/image" Target="../media/image82.png"/><Relationship Id="rId29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24" Type="http://schemas.openxmlformats.org/officeDocument/2006/relationships/image" Target="../media/image86.png"/><Relationship Id="rId32" Type="http://schemas.openxmlformats.org/officeDocument/2006/relationships/image" Target="../media/image94.png"/><Relationship Id="rId5" Type="http://schemas.openxmlformats.org/officeDocument/2006/relationships/image" Target="../media/image67.png"/><Relationship Id="rId15" Type="http://schemas.openxmlformats.org/officeDocument/2006/relationships/image" Target="../media/image77.png"/><Relationship Id="rId23" Type="http://schemas.openxmlformats.org/officeDocument/2006/relationships/image" Target="../media/image85.png"/><Relationship Id="rId28" Type="http://schemas.openxmlformats.org/officeDocument/2006/relationships/image" Target="../media/image90.png"/><Relationship Id="rId10" Type="http://schemas.openxmlformats.org/officeDocument/2006/relationships/image" Target="../media/image72.png"/><Relationship Id="rId19" Type="http://schemas.openxmlformats.org/officeDocument/2006/relationships/image" Target="../media/image81.png"/><Relationship Id="rId31" Type="http://schemas.openxmlformats.org/officeDocument/2006/relationships/image" Target="../media/image93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Relationship Id="rId14" Type="http://schemas.openxmlformats.org/officeDocument/2006/relationships/image" Target="../media/image76.png"/><Relationship Id="rId22" Type="http://schemas.openxmlformats.org/officeDocument/2006/relationships/image" Target="../media/image84.png"/><Relationship Id="rId27" Type="http://schemas.openxmlformats.org/officeDocument/2006/relationships/image" Target="../media/image89.png"/><Relationship Id="rId30" Type="http://schemas.openxmlformats.org/officeDocument/2006/relationships/image" Target="../media/image92.png"/><Relationship Id="rId8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33" Type="http://schemas.openxmlformats.org/officeDocument/2006/relationships/image" Target="../media/image127.png"/><Relationship Id="rId2" Type="http://schemas.openxmlformats.org/officeDocument/2006/relationships/image" Target="../media/image96.png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32" Type="http://schemas.openxmlformats.org/officeDocument/2006/relationships/image" Target="../media/image126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31" Type="http://schemas.openxmlformats.org/officeDocument/2006/relationships/image" Target="../media/image125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Relationship Id="rId8" Type="http://schemas.openxmlformats.org/officeDocument/2006/relationships/image" Target="../media/image102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33" Type="http://schemas.openxmlformats.org/officeDocument/2006/relationships/image" Target="../media/image127.png"/><Relationship Id="rId2" Type="http://schemas.openxmlformats.org/officeDocument/2006/relationships/image" Target="../media/image96.png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32" Type="http://schemas.openxmlformats.org/officeDocument/2006/relationships/image" Target="../media/image126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31" Type="http://schemas.openxmlformats.org/officeDocument/2006/relationships/image" Target="../media/image125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Relationship Id="rId8" Type="http://schemas.openxmlformats.org/officeDocument/2006/relationships/image" Target="../media/image102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33" Type="http://schemas.openxmlformats.org/officeDocument/2006/relationships/image" Target="../media/image127.png"/><Relationship Id="rId2" Type="http://schemas.openxmlformats.org/officeDocument/2006/relationships/image" Target="../media/image96.png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32" Type="http://schemas.openxmlformats.org/officeDocument/2006/relationships/image" Target="../media/image126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31" Type="http://schemas.openxmlformats.org/officeDocument/2006/relationships/image" Target="../media/image125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Relationship Id="rId8" Type="http://schemas.openxmlformats.org/officeDocument/2006/relationships/image" Target="../media/image10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png"/><Relationship Id="rId3" Type="http://schemas.openxmlformats.org/officeDocument/2006/relationships/image" Target="../media/image135.png"/><Relationship Id="rId7" Type="http://schemas.openxmlformats.org/officeDocument/2006/relationships/image" Target="../media/image131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36.png"/><Relationship Id="rId7" Type="http://schemas.openxmlformats.org/officeDocument/2006/relationships/image" Target="../media/image13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37.png"/><Relationship Id="rId7" Type="http://schemas.openxmlformats.org/officeDocument/2006/relationships/image" Target="../media/image13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33.png"/><Relationship Id="rId7" Type="http://schemas.openxmlformats.org/officeDocument/2006/relationships/image" Target="../media/image13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32.png"/><Relationship Id="rId4" Type="http://schemas.openxmlformats.org/officeDocument/2006/relationships/image" Target="../media/image1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38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40.png"/><Relationship Id="rId4" Type="http://schemas.openxmlformats.org/officeDocument/2006/relationships/image" Target="../media/image13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141.png"/><Relationship Id="rId7" Type="http://schemas.openxmlformats.org/officeDocument/2006/relationships/image" Target="../media/image13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144.png"/><Relationship Id="rId7" Type="http://schemas.openxmlformats.org/officeDocument/2006/relationships/image" Target="../media/image13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5" Type="http://schemas.openxmlformats.org/officeDocument/2006/relationships/image" Target="../media/image146.png"/><Relationship Id="rId4" Type="http://schemas.openxmlformats.org/officeDocument/2006/relationships/image" Target="../media/image14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33.png"/><Relationship Id="rId7" Type="http://schemas.openxmlformats.org/officeDocument/2006/relationships/image" Target="../media/image13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29.png"/><Relationship Id="rId4" Type="http://schemas.openxmlformats.org/officeDocument/2006/relationships/image" Target="../media/image13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FB0BA-2A6C-6399-9172-07A51B7F5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D1D476-84B7-6AD0-8380-38553ACD094D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AA8F4F-EC24-0E3D-EBE5-1D899E0CFCE7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F0DAD2A8-9CD9-653A-523B-9F46A7546759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4F528CFF-4314-689F-8EC1-0A0FB88B75DD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24AF4A17-AE22-F952-8885-2F415AFE54FC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954B15DC-8BBD-5E9C-18B3-B286E263925E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73690F4C-6547-154A-AAA8-BFEAFD8D897D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B194F294-7F16-7067-4E65-EB379DC75C90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2E54C0-43A9-2B23-9152-EA3BBA2A079B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FC0050-F589-23B3-361D-71DFCCC572E1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746A7B-D909-59AD-F59A-A0AB23458567}"/>
              </a:ext>
            </a:extLst>
          </p:cNvPr>
          <p:cNvCxnSpPr>
            <a:cxnSpLocks/>
          </p:cNvCxnSpPr>
          <p:nvPr/>
        </p:nvCxnSpPr>
        <p:spPr>
          <a:xfrm>
            <a:off x="2904449" y="9825718"/>
            <a:ext cx="11681502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42AF687-FE80-F205-6E6F-7873087B161A}"/>
              </a:ext>
            </a:extLst>
          </p:cNvPr>
          <p:cNvCxnSpPr>
            <a:cxnSpLocks/>
          </p:cNvCxnSpPr>
          <p:nvPr/>
        </p:nvCxnSpPr>
        <p:spPr>
          <a:xfrm>
            <a:off x="2886808" y="8458201"/>
            <a:ext cx="17641" cy="142875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88EFC27F-8007-87CE-0BC9-69C3B0C05B86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p:sp>
        <p:nvSpPr>
          <p:cNvPr id="2" name="Circle: Hollow 1">
            <a:extLst>
              <a:ext uri="{FF2B5EF4-FFF2-40B4-BE49-F238E27FC236}">
                <a16:creationId xmlns:a16="http://schemas.microsoft.com/office/drawing/2014/main" id="{975AD271-F8AE-F488-BFF0-21F5BB0454A5}"/>
              </a:ext>
            </a:extLst>
          </p:cNvPr>
          <p:cNvSpPr/>
          <p:nvPr/>
        </p:nvSpPr>
        <p:spPr>
          <a:xfrm>
            <a:off x="2557463" y="2453163"/>
            <a:ext cx="658690" cy="5947886"/>
          </a:xfrm>
          <a:prstGeom prst="donu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9972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C7313-C811-5899-E1AC-551E39D60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27C822-1A40-31DE-8F08-5C19F677DAE1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A0F73C-BE7B-E7AB-F1AB-AC2ACA645A93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EFE5055F-84D9-2F93-952D-90281D3E6C3F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8805EC48-4968-2577-9065-B85E86158182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AF16384-99CD-4C76-AF7E-F86F7238211F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D1AB307B-5802-BB6B-B77A-38CC59916D0D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9984E309-929C-E998-92D8-5DA62A014106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1D7B5F9F-D9F3-F2DD-CECF-68120594478A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8DA926-F7A2-F135-A954-5BA477C3514B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05FC58C-097D-8317-FEC9-750478A63CD3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026B419-74A5-EEEC-6267-9150813CF0CB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FA36C9-C6D1-B01E-D4D9-AB16CDE12F1D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22C1871A-4EB3-534E-E29F-F3B0BB74D6F4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8495F0-2EA0-6AD9-5E9A-2C5FC18B89A9}"/>
              </a:ext>
            </a:extLst>
          </p:cNvPr>
          <p:cNvCxnSpPr>
            <a:cxnSpLocks/>
          </p:cNvCxnSpPr>
          <p:nvPr/>
        </p:nvCxnSpPr>
        <p:spPr>
          <a:xfrm>
            <a:off x="-10553700" y="5858112"/>
            <a:ext cx="1022123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9621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D8D4-5F87-A8EE-2AD4-82F5C8020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9897F72-0FA6-D2D1-4246-34308F7ED967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550636-9065-5229-844E-F6BBE8C60BD6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AD04CCE7-BE6D-4E49-B257-B52F01EFCF80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0624D640-5310-4E49-3ABD-E96CC2EA703D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C8454BF-5677-C7D9-7D07-8B119BBFBD86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68A06CB3-F585-7647-6494-A2F9F07403A1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F6487226-76CB-F005-EC09-AAE9F5B04ADC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F7F0FA7E-57FB-4801-F3DE-499335EBDE3C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F55BB6-5F46-85F5-0891-7BFADEF5E865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A928E68-F210-FD5F-C6DB-AE1B65208D4B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E2E05B5-723B-0B28-9664-CD05B5AD70C0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E27E9B4-0F33-CC9C-7F56-C4DBE578173E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5446BD2-C100-1BB6-7D3B-1B51E55AF758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D335079-2711-9318-B24B-404BF4513A9E}"/>
              </a:ext>
            </a:extLst>
          </p:cNvPr>
          <p:cNvCxnSpPr>
            <a:cxnSpLocks/>
          </p:cNvCxnSpPr>
          <p:nvPr/>
        </p:nvCxnSpPr>
        <p:spPr>
          <a:xfrm>
            <a:off x="-8382000" y="5858112"/>
            <a:ext cx="1022123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FA12D49-2B21-1B6C-B328-EAC0439FD9A2}"/>
                  </a:ext>
                </a:extLst>
              </p:cNvPr>
              <p:cNvSpPr/>
              <p:nvPr/>
            </p:nvSpPr>
            <p:spPr>
              <a:xfrm>
                <a:off x="2350975" y="567811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FA12D49-2B21-1B6C-B328-EAC0439FD9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0975" y="5678112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39982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7B07A-55E6-E192-16DE-C0C4A410F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38F376-FE15-D2F8-FD54-76A62B2DEA84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68087F-C7B7-3044-A2F2-CD7D5994B45A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7E79990E-48CD-F5F2-69CD-3A4CF3EBEFF7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52E765AF-ECB2-9E34-D62F-3B4142C4D9CD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777F7813-3D4F-6559-1973-319684B3BE66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FA4C8C7B-9614-52A8-179C-46F4C09319A4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E3F42E1D-DEB8-6793-49B9-8EA193896E60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D16961F2-18C1-B6D6-D4D4-1BEFD09EFB05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07BE93-B270-1928-ECE8-7BA02EF4F7D4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5084EB-1289-81DD-DC45-0E32E411F229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6C4F9D8-D445-238C-A684-7A1AF953EC5E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012F592-17B3-70FD-E09E-104A75C75042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9E69A5A-92B0-C3D3-74DE-D4F0D3DA4C2C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810E99D-6D11-5A5D-D25E-4C375C36A024}"/>
                  </a:ext>
                </a:extLst>
              </p:cNvPr>
              <p:cNvSpPr/>
              <p:nvPr/>
            </p:nvSpPr>
            <p:spPr>
              <a:xfrm>
                <a:off x="4455689" y="362403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810E99D-6D11-5A5D-D25E-4C375C36A0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689" y="3624030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AEB680F-D97C-21F4-346E-8091691857A3}"/>
                  </a:ext>
                </a:extLst>
              </p:cNvPr>
              <p:cNvSpPr/>
              <p:nvPr/>
            </p:nvSpPr>
            <p:spPr>
              <a:xfrm>
                <a:off x="4754578" y="389297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AEB680F-D97C-21F4-346E-80916918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578" y="3892973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33369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03489-94B9-ED31-BD28-3EF34ED6E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43BC92-04C1-8CEA-102C-E70DC5D83EAC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332156-5CD7-4AFC-C8DD-4C5A96AE8569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1FA7137C-1460-13D1-1B66-982979FB3ECE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6E1DC3AE-1752-50EA-7E5F-0591B31AE6A9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23EE0D1-079E-AA6D-EB7B-0B7C832E281E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6F903EC9-A2DA-D4F6-9A6B-588205C904F4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7389FAB3-C76E-7539-0EF1-3B461608C521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FF5D9254-1FB5-8594-A7CD-196AA82C2D23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19959D2-B7C2-4BFC-8BDF-68E565340A34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1E9878-A98F-BA18-413F-E3C8A05DBB4B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53F900-D303-9535-9ADA-D9F6F5BF71AE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15CBEA-EC6F-3DA8-C452-14961682399C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6395D2E-0336-D6A5-E21D-282EF20D22BB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B49EA79-15EC-A659-79DC-A1BD4B447EE4}"/>
                  </a:ext>
                </a:extLst>
              </p:cNvPr>
              <p:cNvSpPr/>
              <p:nvPr/>
            </p:nvSpPr>
            <p:spPr>
              <a:xfrm>
                <a:off x="6540881" y="61869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B49EA79-15EC-A659-79DC-A1BD4B447E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81" y="618691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6918D4E1-2BD7-4DC0-B660-73C0F1E9DFBD}"/>
                  </a:ext>
                </a:extLst>
              </p:cNvPr>
              <p:cNvSpPr/>
              <p:nvPr/>
            </p:nvSpPr>
            <p:spPr>
              <a:xfrm>
                <a:off x="6871931" y="64696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6918D4E1-2BD7-4DC0-B660-73C0F1E9DF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1931" y="6469656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A7DB872-D46D-BC47-CCBE-049334A5B881}"/>
                  </a:ext>
                </a:extLst>
              </p:cNvPr>
              <p:cNvSpPr/>
              <p:nvPr/>
            </p:nvSpPr>
            <p:spPr>
              <a:xfrm>
                <a:off x="6810823" y="58269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A7DB872-D46D-BC47-CCBE-049334A5B8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0823" y="582691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673B452-AD0B-70FD-4624-CCD9C8DD9DF5}"/>
                  </a:ext>
                </a:extLst>
              </p:cNvPr>
              <p:cNvSpPr/>
              <p:nvPr/>
            </p:nvSpPr>
            <p:spPr>
              <a:xfrm>
                <a:off x="7141873" y="61096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673B452-AD0B-70FD-4624-CCD9C8DD9D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1873" y="610965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36216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C208F-04FB-F9B8-487A-ED8F91354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23F67A7-7896-47B6-97CC-1BBD18CF507B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7C8D8A-D565-2D52-DF70-7E2EC74F3054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FED88457-A764-F83F-3C5B-F97A4DC36F5E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D3EBB8A3-A96F-2F76-D6EB-D3FD590933C8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F09B9D24-DA81-C110-8516-BC4104733232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C2DB41F-92B3-0938-1FDA-54416E345C04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55C2130D-7429-DF4B-5EE6-E054D92F5696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DFE492B7-3552-386F-8F9C-4E262CA5B5A1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8115F8-350E-4AB4-4640-3CA396BCF5CC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48EEBD5-E640-4A7F-F6A4-6A7006434379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DC034E9-1A28-3CC5-7E70-8A337787341C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19772B0-6AE0-9A33-DF3B-23BBC3DD98B5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E4EA6713-9F88-EAD0-B381-6BC628663451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43F975E-4DC4-2AB7-9409-945F6D187456}"/>
                  </a:ext>
                </a:extLst>
              </p:cNvPr>
              <p:cNvSpPr/>
              <p:nvPr/>
            </p:nvSpPr>
            <p:spPr>
              <a:xfrm>
                <a:off x="8269719" y="36215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43F975E-4DC4-2AB7-9409-945F6D1874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9719" y="362151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97F92708-9560-C9E3-AF23-5029A8128616}"/>
                  </a:ext>
                </a:extLst>
              </p:cNvPr>
              <p:cNvSpPr/>
              <p:nvPr/>
            </p:nvSpPr>
            <p:spPr>
              <a:xfrm>
                <a:off x="8600769" y="39042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97F92708-9560-C9E3-AF23-5029A81286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0769" y="3904256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8527498-DB2B-736E-BD66-A42FBFB1D5DF}"/>
                  </a:ext>
                </a:extLst>
              </p:cNvPr>
              <p:cNvSpPr/>
              <p:nvPr/>
            </p:nvSpPr>
            <p:spPr>
              <a:xfrm>
                <a:off x="7953216" y="38015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8527498-DB2B-736E-BD66-A42FBFB1D5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216" y="380151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B6808A5-99A8-0FDA-F152-9BFF16DEA153}"/>
                  </a:ext>
                </a:extLst>
              </p:cNvPr>
              <p:cNvSpPr/>
              <p:nvPr/>
            </p:nvSpPr>
            <p:spPr>
              <a:xfrm>
                <a:off x="8284266" y="40842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B6808A5-99A8-0FDA-F152-9BFF16DEA1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4266" y="408425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480C2BE-02C2-A2D1-5E30-41231A65605E}"/>
                  </a:ext>
                </a:extLst>
              </p:cNvPr>
              <p:cNvSpPr/>
              <p:nvPr/>
            </p:nvSpPr>
            <p:spPr>
              <a:xfrm>
                <a:off x="7936903" y="34153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480C2BE-02C2-A2D1-5E30-41231A6560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903" y="3415311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C54D8489-065E-ADDB-BF23-B7407EA8FB84}"/>
                  </a:ext>
                </a:extLst>
              </p:cNvPr>
              <p:cNvSpPr/>
              <p:nvPr/>
            </p:nvSpPr>
            <p:spPr>
              <a:xfrm>
                <a:off x="8267953" y="36980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C54D8489-065E-ADDB-BF23-B7407EA8FB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7953" y="3698056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9D70403-976A-CC9D-DA37-10FD017CAA85}"/>
                  </a:ext>
                </a:extLst>
              </p:cNvPr>
              <p:cNvSpPr/>
              <p:nvPr/>
            </p:nvSpPr>
            <p:spPr>
              <a:xfrm>
                <a:off x="7620400" y="35953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9D70403-976A-CC9D-DA37-10FD017CAA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400" y="3595311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B0D76E-2AFB-FFA8-926F-BDB971EEB9D5}"/>
                  </a:ext>
                </a:extLst>
              </p:cNvPr>
              <p:cNvSpPr/>
              <p:nvPr/>
            </p:nvSpPr>
            <p:spPr>
              <a:xfrm>
                <a:off x="7951450" y="38780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B0D76E-2AFB-FFA8-926F-BDB971EEB9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50" y="3878056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90820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A9648-074B-379C-D12A-6342021C9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184B96-86D0-B102-A2A8-271943E9DB6B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AD7740-B014-EF1A-C68F-002BA25C43F1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2927CF7-EB09-0847-FAEA-A86856207C94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CAC06E40-0E9E-C4D3-9972-D1D2E31F4A69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987EC6B-3B4D-C32D-916A-932EF9529411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12044617-1EE9-7DCD-9D78-0562D8091523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C7D03764-A654-2F21-62CF-D1FF7B8B6FE4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8D726F99-DAAF-BE33-B3D3-4147522E2C98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861C96-A947-A641-22DD-95FDBAE06979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AE037E1-1AB3-8D85-8AF3-5EFE2B20B1AD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19D1CD-DBDB-0085-ADC7-6D89D381AECB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B39BF63-7A2D-A56C-07AA-43DE303AC047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C2434463-581C-3BE3-BCE3-DB929734C158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46AFEC4-27D8-1DB6-706C-65E6A925AA63}"/>
                  </a:ext>
                </a:extLst>
              </p:cNvPr>
              <p:cNvSpPr/>
              <p:nvPr/>
            </p:nvSpPr>
            <p:spPr>
              <a:xfrm>
                <a:off x="10646183" y="574608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46AFEC4-27D8-1DB6-706C-65E6A925AA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6183" y="5746084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4F8CE833-5E67-8C4A-985F-4A1424534319}"/>
                  </a:ext>
                </a:extLst>
              </p:cNvPr>
              <p:cNvSpPr/>
              <p:nvPr/>
            </p:nvSpPr>
            <p:spPr>
              <a:xfrm>
                <a:off x="10977233" y="602882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4F8CE833-5E67-8C4A-985F-4A14245343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7233" y="6028829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4E16FE-F332-6134-851C-C51367591E23}"/>
                  </a:ext>
                </a:extLst>
              </p:cNvPr>
              <p:cNvSpPr/>
              <p:nvPr/>
            </p:nvSpPr>
            <p:spPr>
              <a:xfrm>
                <a:off x="10329680" y="592608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4E16FE-F332-6134-851C-C51367591E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9680" y="5926084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931B62F-B931-735B-5AA4-13C38A07AEEC}"/>
                  </a:ext>
                </a:extLst>
              </p:cNvPr>
              <p:cNvSpPr/>
              <p:nvPr/>
            </p:nvSpPr>
            <p:spPr>
              <a:xfrm>
                <a:off x="10660730" y="620882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931B62F-B931-735B-5AA4-13C38A07AE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0730" y="6208829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A193C11-1700-A2CB-AE2F-8EA8463D20DA}"/>
                  </a:ext>
                </a:extLst>
              </p:cNvPr>
              <p:cNvSpPr/>
              <p:nvPr/>
            </p:nvSpPr>
            <p:spPr>
              <a:xfrm>
                <a:off x="10275726" y="611334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A193C11-1700-A2CB-AE2F-8EA8463D20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726" y="6113340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75EEC472-9CB5-E846-9E21-D57A2F6A8010}"/>
                  </a:ext>
                </a:extLst>
              </p:cNvPr>
              <p:cNvSpPr/>
              <p:nvPr/>
            </p:nvSpPr>
            <p:spPr>
              <a:xfrm>
                <a:off x="10606776" y="639608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75EEC472-9CB5-E846-9E21-D57A2F6A80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6776" y="6396085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48421EF-3E5D-36E9-978B-69C7C09780D0}"/>
                  </a:ext>
                </a:extLst>
              </p:cNvPr>
              <p:cNvSpPr/>
              <p:nvPr/>
            </p:nvSpPr>
            <p:spPr>
              <a:xfrm>
                <a:off x="9959223" y="629334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48421EF-3E5D-36E9-978B-69C7C09780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9223" y="6293340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F1EF422-EDA2-D3B1-7824-788F4FC8DE6A}"/>
                  </a:ext>
                </a:extLst>
              </p:cNvPr>
              <p:cNvSpPr/>
              <p:nvPr/>
            </p:nvSpPr>
            <p:spPr>
              <a:xfrm>
                <a:off x="10290273" y="657608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F1EF422-EDA2-D3B1-7824-788F4FC8DE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0273" y="6576085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C2D4BA6-B05A-DDC9-2536-602E71E06EC4}"/>
                  </a:ext>
                </a:extLst>
              </p:cNvPr>
              <p:cNvSpPr/>
              <p:nvPr/>
            </p:nvSpPr>
            <p:spPr>
              <a:xfrm>
                <a:off x="10891069" y="532691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C2D4BA6-B05A-DDC9-2536-602E71E06E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1069" y="5326918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90FFC2C-F313-64C7-157E-72BA103C7F59}"/>
                  </a:ext>
                </a:extLst>
              </p:cNvPr>
              <p:cNvSpPr/>
              <p:nvPr/>
            </p:nvSpPr>
            <p:spPr>
              <a:xfrm>
                <a:off x="11222119" y="560966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90FFC2C-F313-64C7-157E-72BA103C7F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2119" y="5609663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71ED3E0-324C-123E-C39C-5151E301A04A}"/>
                  </a:ext>
                </a:extLst>
              </p:cNvPr>
              <p:cNvSpPr/>
              <p:nvPr/>
            </p:nvSpPr>
            <p:spPr>
              <a:xfrm>
                <a:off x="10574566" y="550691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71ED3E0-324C-123E-C39C-5151E301A0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4566" y="5506918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92C621F-D9B9-69B7-6AD0-FE9F5581FA2B}"/>
                  </a:ext>
                </a:extLst>
              </p:cNvPr>
              <p:cNvSpPr/>
              <p:nvPr/>
            </p:nvSpPr>
            <p:spPr>
              <a:xfrm>
                <a:off x="10905616" y="578966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92C621F-D9B9-69B7-6AD0-FE9F5581FA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5616" y="5789663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0F84C33-2FF6-DB0F-E138-C5FDAFAD402A}"/>
                  </a:ext>
                </a:extLst>
              </p:cNvPr>
              <p:cNvSpPr/>
              <p:nvPr/>
            </p:nvSpPr>
            <p:spPr>
              <a:xfrm>
                <a:off x="10520612" y="569417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0F84C33-2FF6-DB0F-E138-C5FDAFAD40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0612" y="5694174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9BD668BD-D64C-5D5A-013C-07C092DF7042}"/>
                  </a:ext>
                </a:extLst>
              </p:cNvPr>
              <p:cNvSpPr/>
              <p:nvPr/>
            </p:nvSpPr>
            <p:spPr>
              <a:xfrm>
                <a:off x="10851662" y="597691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9BD668BD-D64C-5D5A-013C-07C092DF70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1662" y="5976919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0EFEB566-4EA7-A655-D761-802DF0E2823E}"/>
                  </a:ext>
                </a:extLst>
              </p:cNvPr>
              <p:cNvSpPr/>
              <p:nvPr/>
            </p:nvSpPr>
            <p:spPr>
              <a:xfrm>
                <a:off x="10204109" y="587417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0EFEB566-4EA7-A655-D761-802DF0E282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4109" y="5874174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C845708-FB86-322B-39D3-8B25414FF6A5}"/>
                  </a:ext>
                </a:extLst>
              </p:cNvPr>
              <p:cNvSpPr/>
              <p:nvPr/>
            </p:nvSpPr>
            <p:spPr>
              <a:xfrm>
                <a:off x="10535159" y="615691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C845708-FB86-322B-39D3-8B25414FF6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5159" y="6156919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15834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D807-5AD9-71A4-2ADE-4FC511352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5A67466-77AD-AD6A-76C9-1A2D4899735C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820C4B-0B1A-D7C1-E3C8-7D80051610AD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2E58EFB5-D351-DE05-844E-7ADBE9DA0005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CAD227D7-AE3C-9513-EB07-384600B17A7F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A2FFAB6-3582-285C-27B6-677F94DB31CF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94AA277A-72B2-23B0-3025-91F802272381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BFDE2439-20FB-4781-163C-F54C0D3319EB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6AF0D9E0-D996-071C-5DB9-BFFAD2918E2F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FA6FAB-37D6-C39E-A971-EA45DF24983C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85E337-6ACF-7127-A7B3-82726620CBAE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6EF13CD-8D6E-F231-E35D-A210FC3AA356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ACA2A6F-A3F3-75C3-97EA-950C7C59CE8A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8B83CB2-FD3C-64A7-D3B5-C01AE2AE5024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7CB0E5E-7423-7DFB-74F5-274673181CC5}"/>
                  </a:ext>
                </a:extLst>
              </p:cNvPr>
              <p:cNvSpPr/>
              <p:nvPr/>
            </p:nvSpPr>
            <p:spPr>
              <a:xfrm>
                <a:off x="12119232" y="3982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7CB0E5E-7423-7DFB-74F5-274673181C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9232" y="3982753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52638D8-3A74-7EF2-0B7F-5F75A93AA2F1}"/>
                  </a:ext>
                </a:extLst>
              </p:cNvPr>
              <p:cNvSpPr/>
              <p:nvPr/>
            </p:nvSpPr>
            <p:spPr>
              <a:xfrm>
                <a:off x="12450282" y="426549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52638D8-3A74-7EF2-0B7F-5F75A93AA2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0282" y="4265498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37E865D-C8AE-BED5-43CB-A5C8BAFD1397}"/>
                  </a:ext>
                </a:extLst>
              </p:cNvPr>
              <p:cNvSpPr/>
              <p:nvPr/>
            </p:nvSpPr>
            <p:spPr>
              <a:xfrm>
                <a:off x="11802729" y="4162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37E865D-C8AE-BED5-43CB-A5C8BAFD13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02729" y="4162753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1DDF2FF-A911-BAE7-274B-A31C0959B14C}"/>
                  </a:ext>
                </a:extLst>
              </p:cNvPr>
              <p:cNvSpPr/>
              <p:nvPr/>
            </p:nvSpPr>
            <p:spPr>
              <a:xfrm>
                <a:off x="12133779" y="444549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1DDF2FF-A911-BAE7-274B-A31C0959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33779" y="4445498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E342BB3-287F-0710-492D-AB20BE0EA798}"/>
                  </a:ext>
                </a:extLst>
              </p:cNvPr>
              <p:cNvSpPr/>
              <p:nvPr/>
            </p:nvSpPr>
            <p:spPr>
              <a:xfrm>
                <a:off x="11748775" y="43500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E342BB3-287F-0710-492D-AB20BE0EA7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8775" y="4350009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23DCE11-71B6-6A53-6E83-99E7DFA4143E}"/>
                  </a:ext>
                </a:extLst>
              </p:cNvPr>
              <p:cNvSpPr/>
              <p:nvPr/>
            </p:nvSpPr>
            <p:spPr>
              <a:xfrm>
                <a:off x="12079825" y="46327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23DCE11-71B6-6A53-6E83-99E7DFA414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9825" y="4632754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F798E89-8799-4B7B-C490-D2CFA9888F89}"/>
                  </a:ext>
                </a:extLst>
              </p:cNvPr>
              <p:cNvSpPr/>
              <p:nvPr/>
            </p:nvSpPr>
            <p:spPr>
              <a:xfrm>
                <a:off x="11432272" y="45300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F798E89-8799-4B7B-C490-D2CFA9888F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2272" y="4530009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EEEF12D-09C6-EFA9-0E63-55BC3A3E5304}"/>
                  </a:ext>
                </a:extLst>
              </p:cNvPr>
              <p:cNvSpPr/>
              <p:nvPr/>
            </p:nvSpPr>
            <p:spPr>
              <a:xfrm>
                <a:off x="11748775" y="469586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EEEF12D-09C6-EFA9-0E63-55BC3A3E53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8775" y="4695865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25C83ED-FCC9-2116-8E82-0EAF31D90F1F}"/>
                  </a:ext>
                </a:extLst>
              </p:cNvPr>
              <p:cNvSpPr/>
              <p:nvPr/>
            </p:nvSpPr>
            <p:spPr>
              <a:xfrm>
                <a:off x="11575919" y="345698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25C83ED-FCC9-2116-8E82-0EAF31D90F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75919" y="3456981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67830B1-7863-F6DE-E4DF-CDA80F711F08}"/>
                  </a:ext>
                </a:extLst>
              </p:cNvPr>
              <p:cNvSpPr/>
              <p:nvPr/>
            </p:nvSpPr>
            <p:spPr>
              <a:xfrm>
                <a:off x="11906969" y="373972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67830B1-7863-F6DE-E4DF-CDA80F711F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6969" y="3739726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7B8872E-7502-21E2-718E-02CB36CE7BE2}"/>
                  </a:ext>
                </a:extLst>
              </p:cNvPr>
              <p:cNvSpPr/>
              <p:nvPr/>
            </p:nvSpPr>
            <p:spPr>
              <a:xfrm>
                <a:off x="11259416" y="363698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7B8872E-7502-21E2-718E-02CB36CE7B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9416" y="3636981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0579AD4-B605-57FD-3FB6-0EECA5F9111C}"/>
                  </a:ext>
                </a:extLst>
              </p:cNvPr>
              <p:cNvSpPr/>
              <p:nvPr/>
            </p:nvSpPr>
            <p:spPr>
              <a:xfrm>
                <a:off x="11590466" y="391972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0579AD4-B605-57FD-3FB6-0EECA5F911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0466" y="3919726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9C36585-4508-4EEA-0E8B-EF7186D2EB78}"/>
                  </a:ext>
                </a:extLst>
              </p:cNvPr>
              <p:cNvSpPr/>
              <p:nvPr/>
            </p:nvSpPr>
            <p:spPr>
              <a:xfrm>
                <a:off x="11205462" y="38242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9C36585-4508-4EEA-0E8B-EF7186D2EB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5462" y="3824237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8FD921C-BCC5-C0E5-883B-CC457E6DBBF4}"/>
                  </a:ext>
                </a:extLst>
              </p:cNvPr>
              <p:cNvSpPr/>
              <p:nvPr/>
            </p:nvSpPr>
            <p:spPr>
              <a:xfrm>
                <a:off x="11536512" y="41069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8FD921C-BCC5-C0E5-883B-CC457E6DBB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36512" y="4106982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9D3057CD-8CA9-D95F-2051-FDC0D97B7D79}"/>
                  </a:ext>
                </a:extLst>
              </p:cNvPr>
              <p:cNvSpPr/>
              <p:nvPr/>
            </p:nvSpPr>
            <p:spPr>
              <a:xfrm>
                <a:off x="10888959" y="40042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9D3057CD-8CA9-D95F-2051-FDC0D97B7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8959" y="4004237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0F6D9FA6-F942-E111-D97F-EFD454BA368D}"/>
                  </a:ext>
                </a:extLst>
              </p:cNvPr>
              <p:cNvSpPr/>
              <p:nvPr/>
            </p:nvSpPr>
            <p:spPr>
              <a:xfrm>
                <a:off x="11220009" y="42869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0F6D9FA6-F942-E111-D97F-EFD454BA36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0009" y="4286982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EE7A11C9-C814-76B4-143B-9773CD29A25A}"/>
                  </a:ext>
                </a:extLst>
              </p:cNvPr>
              <p:cNvSpPr/>
              <p:nvPr/>
            </p:nvSpPr>
            <p:spPr>
              <a:xfrm>
                <a:off x="11527579" y="37744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EE7A11C9-C814-76B4-143B-9773CD29A2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7579" y="3774454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EDD614AF-66E1-AE89-8DDF-54BE5978053F}"/>
                  </a:ext>
                </a:extLst>
              </p:cNvPr>
              <p:cNvSpPr/>
              <p:nvPr/>
            </p:nvSpPr>
            <p:spPr>
              <a:xfrm>
                <a:off x="11858629" y="405719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EDD614AF-66E1-AE89-8DDF-54BE597805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8629" y="4057199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349D292-01C2-0DE3-A906-BC2B70864358}"/>
                  </a:ext>
                </a:extLst>
              </p:cNvPr>
              <p:cNvSpPr/>
              <p:nvPr/>
            </p:nvSpPr>
            <p:spPr>
              <a:xfrm>
                <a:off x="11211076" y="39544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349D292-01C2-0DE3-A906-BC2B708643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1076" y="3954454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BE3CD02-79CE-6ABC-0A08-2986C15AFA63}"/>
                  </a:ext>
                </a:extLst>
              </p:cNvPr>
              <p:cNvSpPr/>
              <p:nvPr/>
            </p:nvSpPr>
            <p:spPr>
              <a:xfrm>
                <a:off x="11542126" y="423719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BE3CD02-79CE-6ABC-0A08-2986C15AFA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42126" y="4237199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50B37B52-BE84-8451-0415-58F01BE37891}"/>
                  </a:ext>
                </a:extLst>
              </p:cNvPr>
              <p:cNvSpPr/>
              <p:nvPr/>
            </p:nvSpPr>
            <p:spPr>
              <a:xfrm>
                <a:off x="11157122" y="414171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50B37B52-BE84-8451-0415-58F01BE37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122" y="4141710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3F64DD1-7A43-68EC-A2B7-AB60FEC1494C}"/>
                  </a:ext>
                </a:extLst>
              </p:cNvPr>
              <p:cNvSpPr/>
              <p:nvPr/>
            </p:nvSpPr>
            <p:spPr>
              <a:xfrm>
                <a:off x="11488172" y="442445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3F64DD1-7A43-68EC-A2B7-AB60FEC149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8172" y="4424455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6D46076-08DF-4BD1-B838-999C53CCEB8F}"/>
                  </a:ext>
                </a:extLst>
              </p:cNvPr>
              <p:cNvSpPr/>
              <p:nvPr/>
            </p:nvSpPr>
            <p:spPr>
              <a:xfrm>
                <a:off x="10840619" y="432171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6D46076-08DF-4BD1-B838-999C53CCEB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0619" y="4321710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78FFA57A-3BEE-8A73-28C4-A2C5748E5CEE}"/>
                  </a:ext>
                </a:extLst>
              </p:cNvPr>
              <p:cNvSpPr/>
              <p:nvPr/>
            </p:nvSpPr>
            <p:spPr>
              <a:xfrm>
                <a:off x="11157122" y="448756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78FFA57A-3BEE-8A73-28C4-A2C5748E5C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122" y="4487566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D6E79DD4-EFB6-E696-6E05-463F7FCE2C8F}"/>
                  </a:ext>
                </a:extLst>
              </p:cNvPr>
              <p:cNvSpPr/>
              <p:nvPr/>
            </p:nvSpPr>
            <p:spPr>
              <a:xfrm>
                <a:off x="10984266" y="32486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D6E79DD4-EFB6-E696-6E05-463F7FCE2C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4266" y="3248682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872867B6-5053-3C8A-EA2D-3EA69BBB9A8C}"/>
                  </a:ext>
                </a:extLst>
              </p:cNvPr>
              <p:cNvSpPr/>
              <p:nvPr/>
            </p:nvSpPr>
            <p:spPr>
              <a:xfrm>
                <a:off x="11315316" y="35314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872867B6-5053-3C8A-EA2D-3EA69BBB9A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5316" y="3531427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9150CFFE-F459-76DA-33F6-620EFE6DE2EC}"/>
                  </a:ext>
                </a:extLst>
              </p:cNvPr>
              <p:cNvSpPr/>
              <p:nvPr/>
            </p:nvSpPr>
            <p:spPr>
              <a:xfrm>
                <a:off x="10667763" y="34286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9150CFFE-F459-76DA-33F6-620EFE6DE2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7763" y="3428682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64EF3AF1-BC67-6EA5-DBF1-04062A2BEBCA}"/>
                  </a:ext>
                </a:extLst>
              </p:cNvPr>
              <p:cNvSpPr/>
              <p:nvPr/>
            </p:nvSpPr>
            <p:spPr>
              <a:xfrm>
                <a:off x="10998813" y="37114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64EF3AF1-BC67-6EA5-DBF1-04062A2BEB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8813" y="3711427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A095983F-D3CC-81B7-653C-51E844F58C4B}"/>
                  </a:ext>
                </a:extLst>
              </p:cNvPr>
              <p:cNvSpPr/>
              <p:nvPr/>
            </p:nvSpPr>
            <p:spPr>
              <a:xfrm>
                <a:off x="10613809" y="361593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A095983F-D3CC-81B7-653C-51E844F58C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3809" y="3615938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C8DA884-997B-0697-ACB5-88E5DF7EDCE8}"/>
                  </a:ext>
                </a:extLst>
              </p:cNvPr>
              <p:cNvSpPr/>
              <p:nvPr/>
            </p:nvSpPr>
            <p:spPr>
              <a:xfrm>
                <a:off x="10944859" y="38986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C8DA884-997B-0697-ACB5-88E5DF7EDC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44859" y="3898683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9CE1120C-F617-18FD-61BF-BD0466B6B49D}"/>
                  </a:ext>
                </a:extLst>
              </p:cNvPr>
              <p:cNvSpPr/>
              <p:nvPr/>
            </p:nvSpPr>
            <p:spPr>
              <a:xfrm>
                <a:off x="10297306" y="379593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9CE1120C-F617-18FD-61BF-BD0466B6B4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306" y="3795938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4EE47A3C-36B1-CA1F-9A7E-5BAFFE51931E}"/>
                  </a:ext>
                </a:extLst>
              </p:cNvPr>
              <p:cNvSpPr/>
              <p:nvPr/>
            </p:nvSpPr>
            <p:spPr>
              <a:xfrm>
                <a:off x="10628356" y="40786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4EE47A3C-36B1-CA1F-9A7E-5BAFFE519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8356" y="4078683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88740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89413-6D6C-3283-BF13-630F2D5D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D3D75AD-E890-CC1E-BEDA-F8ED899CEC19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7D1999-DD55-E4D0-7D84-51150568C1E8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05040D75-AA9A-EC4A-4DB2-198304B215F1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90C446C0-119E-81DC-F361-00D4E99C2BB6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1E897B5-EC73-EBFC-0391-72E18D0FC1BB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DA313C0-653A-B462-59C9-C7D1AD3D8D21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833541DE-AAE2-58EF-94D0-2854E25BAE2E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C436B924-05A2-1D08-10FD-5578524E8D34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B837DCD-A1D3-D41D-1E68-7D8CF06CAE1B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E319B2-D356-DBD7-4489-47E038F9B319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F89AC78-84C8-BDA7-31BB-0D4C6453FFEB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68F503A-695A-2811-50E9-38095B83DE08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BED596F-B1E1-0D3D-ECF5-EEF1C538C863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9697C2-ECFE-9D3A-FFCA-3FA268DF8E84}"/>
                  </a:ext>
                </a:extLst>
              </p:cNvPr>
              <p:cNvSpPr/>
              <p:nvPr/>
            </p:nvSpPr>
            <p:spPr>
              <a:xfrm>
                <a:off x="14584449" y="54957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9697C2-ECFE-9D3A-FFCA-3FA268DF8E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4449" y="5495717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207A7B5D-30E1-7ACA-A229-2CA8B18C7439}"/>
                  </a:ext>
                </a:extLst>
              </p:cNvPr>
              <p:cNvSpPr/>
              <p:nvPr/>
            </p:nvSpPr>
            <p:spPr>
              <a:xfrm>
                <a:off x="14915499" y="57784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207A7B5D-30E1-7ACA-A229-2CA8B18C74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5499" y="5778462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46BAAF1-7EE8-3A59-E387-3CB4BD829AE3}"/>
                  </a:ext>
                </a:extLst>
              </p:cNvPr>
              <p:cNvSpPr/>
              <p:nvPr/>
            </p:nvSpPr>
            <p:spPr>
              <a:xfrm>
                <a:off x="14267946" y="56757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46BAAF1-7EE8-3A59-E387-3CB4BD829A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67946" y="5675717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1DBFAFB-BA8B-0EAB-0B19-42FE165635BF}"/>
                  </a:ext>
                </a:extLst>
              </p:cNvPr>
              <p:cNvSpPr/>
              <p:nvPr/>
            </p:nvSpPr>
            <p:spPr>
              <a:xfrm>
                <a:off x="14598996" y="59584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1DBFAFB-BA8B-0EAB-0B19-42FE165635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8996" y="5958462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10BA58B-4CB9-267A-C7BE-A260F2EEDF90}"/>
                  </a:ext>
                </a:extLst>
              </p:cNvPr>
              <p:cNvSpPr/>
              <p:nvPr/>
            </p:nvSpPr>
            <p:spPr>
              <a:xfrm>
                <a:off x="14213992" y="586297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10BA58B-4CB9-267A-C7BE-A260F2EEDF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13992" y="5862973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E8978E7-D3C3-D507-6494-AAC90AD1BB06}"/>
                  </a:ext>
                </a:extLst>
              </p:cNvPr>
              <p:cNvSpPr/>
              <p:nvPr/>
            </p:nvSpPr>
            <p:spPr>
              <a:xfrm>
                <a:off x="14545042" y="614571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E8978E7-D3C3-D507-6494-AAC90AD1BB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45042" y="6145718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C985E380-FC81-4E5F-B2DD-BB97E3DD4E3E}"/>
                  </a:ext>
                </a:extLst>
              </p:cNvPr>
              <p:cNvSpPr/>
              <p:nvPr/>
            </p:nvSpPr>
            <p:spPr>
              <a:xfrm>
                <a:off x="13897489" y="604297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C985E380-FC81-4E5F-B2DD-BB97E3DD4E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7489" y="6042973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35514CC-6F86-8B4C-4601-79843B715451}"/>
                  </a:ext>
                </a:extLst>
              </p:cNvPr>
              <p:cNvSpPr/>
              <p:nvPr/>
            </p:nvSpPr>
            <p:spPr>
              <a:xfrm>
                <a:off x="14213992" y="620882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35514CC-6F86-8B4C-4601-79843B7154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13992" y="6208829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A78103F-211F-E03E-1432-2F9C514B351C}"/>
                  </a:ext>
                </a:extLst>
              </p:cNvPr>
              <p:cNvSpPr/>
              <p:nvPr/>
            </p:nvSpPr>
            <p:spPr>
              <a:xfrm>
                <a:off x="14041136" y="49699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A78103F-211F-E03E-1432-2F9C514B3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1136" y="4969945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E65E3F2-ACBB-5A3A-7898-EB8F0BB51C8E}"/>
                  </a:ext>
                </a:extLst>
              </p:cNvPr>
              <p:cNvSpPr/>
              <p:nvPr/>
            </p:nvSpPr>
            <p:spPr>
              <a:xfrm>
                <a:off x="14372186" y="52526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E65E3F2-ACBB-5A3A-7898-EB8F0BB51C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2186" y="5252690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7D6B89D9-04E4-0899-2C54-E9B604F10E3C}"/>
                  </a:ext>
                </a:extLst>
              </p:cNvPr>
              <p:cNvSpPr/>
              <p:nvPr/>
            </p:nvSpPr>
            <p:spPr>
              <a:xfrm>
                <a:off x="13724633" y="51499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7D6B89D9-04E4-0899-2C54-E9B604F10E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24633" y="5149945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B3F415C-5AF7-49B5-CB17-BB01DBA30EDF}"/>
                  </a:ext>
                </a:extLst>
              </p:cNvPr>
              <p:cNvSpPr/>
              <p:nvPr/>
            </p:nvSpPr>
            <p:spPr>
              <a:xfrm>
                <a:off x="14055683" y="54326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B3F415C-5AF7-49B5-CB17-BB01DBA30E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5683" y="5432690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E3EED7D-21E3-16CE-81A6-FCC28AB508DC}"/>
                  </a:ext>
                </a:extLst>
              </p:cNvPr>
              <p:cNvSpPr/>
              <p:nvPr/>
            </p:nvSpPr>
            <p:spPr>
              <a:xfrm>
                <a:off x="13670679" y="53372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E3EED7D-21E3-16CE-81A6-FCC28AB508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0679" y="5337201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DD9E1A86-28D6-19E1-78A5-F7296924C627}"/>
                  </a:ext>
                </a:extLst>
              </p:cNvPr>
              <p:cNvSpPr/>
              <p:nvPr/>
            </p:nvSpPr>
            <p:spPr>
              <a:xfrm>
                <a:off x="14001729" y="56199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DD9E1A86-28D6-19E1-78A5-F7296924C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01729" y="5619946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7EBDF34-3E15-4A7A-1D3C-B9309E77F2BF}"/>
                  </a:ext>
                </a:extLst>
              </p:cNvPr>
              <p:cNvSpPr/>
              <p:nvPr/>
            </p:nvSpPr>
            <p:spPr>
              <a:xfrm>
                <a:off x="13354176" y="55172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7EBDF34-3E15-4A7A-1D3C-B9309E77F2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4176" y="5517201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E0914295-316D-08B2-EA43-191AD730BF01}"/>
                  </a:ext>
                </a:extLst>
              </p:cNvPr>
              <p:cNvSpPr/>
              <p:nvPr/>
            </p:nvSpPr>
            <p:spPr>
              <a:xfrm>
                <a:off x="13685226" y="57999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E0914295-316D-08B2-EA43-191AD730BF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5226" y="5799946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F8850C6F-A2C1-336C-104A-F5443392AA28}"/>
                  </a:ext>
                </a:extLst>
              </p:cNvPr>
              <p:cNvSpPr/>
              <p:nvPr/>
            </p:nvSpPr>
            <p:spPr>
              <a:xfrm>
                <a:off x="13783795" y="607807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F8850C6F-A2C1-336C-104A-F5443392AA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3795" y="6078070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86387F3-1D98-5EF6-114F-293E4F3DB15F}"/>
                  </a:ext>
                </a:extLst>
              </p:cNvPr>
              <p:cNvSpPr/>
              <p:nvPr/>
            </p:nvSpPr>
            <p:spPr>
              <a:xfrm>
                <a:off x="14114845" y="636081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86387F3-1D98-5EF6-114F-293E4F3DB1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4845" y="6360815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9BA1162-4654-B75A-2D07-7AB10352DFAF}"/>
                  </a:ext>
                </a:extLst>
              </p:cNvPr>
              <p:cNvSpPr/>
              <p:nvPr/>
            </p:nvSpPr>
            <p:spPr>
              <a:xfrm>
                <a:off x="13467292" y="625807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9BA1162-4654-B75A-2D07-7AB10352DF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7292" y="6258070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0ADF41E-3EBE-CC02-0560-8B23B7E644B4}"/>
                  </a:ext>
                </a:extLst>
              </p:cNvPr>
              <p:cNvSpPr/>
              <p:nvPr/>
            </p:nvSpPr>
            <p:spPr>
              <a:xfrm>
                <a:off x="13798342" y="654081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0ADF41E-3EBE-CC02-0560-8B23B7E644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98342" y="6540815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E4FE665-3AE5-225C-18D4-718D83662F83}"/>
                  </a:ext>
                </a:extLst>
              </p:cNvPr>
              <p:cNvSpPr/>
              <p:nvPr/>
            </p:nvSpPr>
            <p:spPr>
              <a:xfrm>
                <a:off x="13413338" y="644532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E4FE665-3AE5-225C-18D4-718D83662F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3338" y="6445326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F72534AB-1DFF-F354-DFBC-39B6008B242B}"/>
                  </a:ext>
                </a:extLst>
              </p:cNvPr>
              <p:cNvSpPr/>
              <p:nvPr/>
            </p:nvSpPr>
            <p:spPr>
              <a:xfrm>
                <a:off x="13744388" y="672807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F72534AB-1DFF-F354-DFBC-39B6008B24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4388" y="6728071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B40DC48B-6BE0-8812-6AB0-D9F11419A25B}"/>
                  </a:ext>
                </a:extLst>
              </p:cNvPr>
              <p:cNvSpPr/>
              <p:nvPr/>
            </p:nvSpPr>
            <p:spPr>
              <a:xfrm>
                <a:off x="13096835" y="662532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B40DC48B-6BE0-8812-6AB0-D9F11419A2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6835" y="6625326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7B65245D-99BC-8AA1-9BBB-A5244D16A0C2}"/>
                  </a:ext>
                </a:extLst>
              </p:cNvPr>
              <p:cNvSpPr/>
              <p:nvPr/>
            </p:nvSpPr>
            <p:spPr>
              <a:xfrm>
                <a:off x="13413338" y="67911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7B65245D-99BC-8AA1-9BBB-A5244D16A0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3338" y="6791182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F7EDE41-A582-4348-5362-8ED039753688}"/>
                  </a:ext>
                </a:extLst>
              </p:cNvPr>
              <p:cNvSpPr/>
              <p:nvPr/>
            </p:nvSpPr>
            <p:spPr>
              <a:xfrm>
                <a:off x="13240482" y="555229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F7EDE41-A582-4348-5362-8ED0397536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40482" y="5552298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25E55236-A8D7-55F5-FACA-E0CF241398B0}"/>
                  </a:ext>
                </a:extLst>
              </p:cNvPr>
              <p:cNvSpPr/>
              <p:nvPr/>
            </p:nvSpPr>
            <p:spPr>
              <a:xfrm>
                <a:off x="13571532" y="583504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25E55236-A8D7-55F5-FACA-E0CF241398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1532" y="5835043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3966A9D7-36D3-468C-C08C-C0FEBF6CEADE}"/>
                  </a:ext>
                </a:extLst>
              </p:cNvPr>
              <p:cNvSpPr/>
              <p:nvPr/>
            </p:nvSpPr>
            <p:spPr>
              <a:xfrm>
                <a:off x="12923979" y="573229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3966A9D7-36D3-468C-C08C-C0FEBF6CEA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3979" y="5732298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DC2E3C81-A8C9-354B-1F40-52CA112CE58D}"/>
                  </a:ext>
                </a:extLst>
              </p:cNvPr>
              <p:cNvSpPr/>
              <p:nvPr/>
            </p:nvSpPr>
            <p:spPr>
              <a:xfrm>
                <a:off x="13255029" y="601504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DC2E3C81-A8C9-354B-1F40-52CA112CE5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5029" y="6015043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D7C702DA-7BCC-935F-3338-5AFD41B66B4D}"/>
                  </a:ext>
                </a:extLst>
              </p:cNvPr>
              <p:cNvSpPr/>
              <p:nvPr/>
            </p:nvSpPr>
            <p:spPr>
              <a:xfrm>
                <a:off x="12870025" y="59195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D7C702DA-7BCC-935F-3338-5AFD41B66B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70025" y="5919554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3E812C2-B691-4F9F-752A-45B497AAA861}"/>
                  </a:ext>
                </a:extLst>
              </p:cNvPr>
              <p:cNvSpPr/>
              <p:nvPr/>
            </p:nvSpPr>
            <p:spPr>
              <a:xfrm>
                <a:off x="13201075" y="620229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3E812C2-B691-4F9F-752A-45B497AAA8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01075" y="6202299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4A7D1EB2-C752-BA7F-DE6F-4C253F924BC2}"/>
                  </a:ext>
                </a:extLst>
              </p:cNvPr>
              <p:cNvSpPr/>
              <p:nvPr/>
            </p:nvSpPr>
            <p:spPr>
              <a:xfrm>
                <a:off x="12553522" y="60995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4A7D1EB2-C752-BA7F-DE6F-4C253F924B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53522" y="6099554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040F31A-6EA4-41FB-6818-D86A627325BF}"/>
                  </a:ext>
                </a:extLst>
              </p:cNvPr>
              <p:cNvSpPr/>
              <p:nvPr/>
            </p:nvSpPr>
            <p:spPr>
              <a:xfrm>
                <a:off x="12884572" y="638229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040F31A-6EA4-41FB-6818-D86A627325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4572" y="6382299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32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29BAD-AB08-C3CD-5A7D-79426368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648A9B-05EB-B5C3-BBC1-7C0034AB9946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FC664E-3B6F-4CC9-C5DD-3C7D9A72A66F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BCBACE6-4D17-A2B6-0C20-E27CC469C708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60DD82BF-FF50-2AAD-8EF5-CF36C5CDAED1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143217E-A24A-5BD7-84D0-2DB64B17EBE6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F1B0C1F7-BB71-141E-2252-9665F969780D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29958405-A563-EBBE-6834-1549F6DD19EA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4830A32F-2026-05FC-E7E4-CF030A2E74A2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4EF38C2-BE75-8E24-896A-BB12BB0C4E08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B349A2E-AFFE-8009-361F-79960BF640A0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C6B7B9-EAE3-695A-1676-A5ED157DB7B7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B6A0661-F8C5-2935-C7D2-5BAA01A4307D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2DD8A9D-D1E6-8EFE-C159-B1BE6DABCF36}"/>
                  </a:ext>
                </a:extLst>
              </p:cNvPr>
              <p:cNvSpPr/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2DD8A9D-D1E6-8EFE-C159-B1BE6DABCF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46128238-A9DA-B2CE-6ECC-71CF30849EE5}"/>
                  </a:ext>
                </a:extLst>
              </p:cNvPr>
              <p:cNvSpPr/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46128238-A9DA-B2CE-6ECC-71CF30849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DA47191-D202-BC5D-E2E6-491EDF6959F7}"/>
                  </a:ext>
                </a:extLst>
              </p:cNvPr>
              <p:cNvSpPr/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DA47191-D202-BC5D-E2E6-491EDF695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7CF479B-60FB-FBDB-50CF-90E1FF98CD58}"/>
                  </a:ext>
                </a:extLst>
              </p:cNvPr>
              <p:cNvSpPr/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7CF479B-60FB-FBDB-50CF-90E1FF98CD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CA87F6D-12FD-4A32-557B-C41B9958A60B}"/>
                  </a:ext>
                </a:extLst>
              </p:cNvPr>
              <p:cNvSpPr/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CA87F6D-12FD-4A32-557B-C41B9958A6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E428B4C-3608-C97B-52D9-7B4AD538650C}"/>
                  </a:ext>
                </a:extLst>
              </p:cNvPr>
              <p:cNvSpPr/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E428B4C-3608-C97B-52D9-7B4AD53865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82F8A33-6193-474A-5C16-E621F015C2F3}"/>
                  </a:ext>
                </a:extLst>
              </p:cNvPr>
              <p:cNvSpPr/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82F8A33-6193-474A-5C16-E621F015C2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BAF0352-6F3B-C682-6C4F-D3B2034ACB58}"/>
                  </a:ext>
                </a:extLst>
              </p:cNvPr>
              <p:cNvSpPr/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BAF0352-6F3B-C682-6C4F-D3B2034ACB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A591C5-BF37-B9BF-E657-D23AF4AE7DD3}"/>
                  </a:ext>
                </a:extLst>
              </p:cNvPr>
              <p:cNvSpPr/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A591C5-BF37-B9BF-E657-D23AF4AE7D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54551F9-CA95-38AC-93EB-48C57A29AB2B}"/>
                  </a:ext>
                </a:extLst>
              </p:cNvPr>
              <p:cNvSpPr/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54551F9-CA95-38AC-93EB-48C57A29AB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26AE298-70D0-13EE-E368-E9AE853D7E4C}"/>
                  </a:ext>
                </a:extLst>
              </p:cNvPr>
              <p:cNvSpPr/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26AE298-70D0-13EE-E368-E9AE853D7E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91949FF-8C9C-D4F4-9E98-D4AAEB883444}"/>
                  </a:ext>
                </a:extLst>
              </p:cNvPr>
              <p:cNvSpPr/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91949FF-8C9C-D4F4-9E98-D4AAEB8834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BE05790-CB02-89E0-D5BD-A91A83586170}"/>
                  </a:ext>
                </a:extLst>
              </p:cNvPr>
              <p:cNvSpPr/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BE05790-CB02-89E0-D5BD-A91A835861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F1EBA0F6-BC4E-D910-D80E-B8A6BF109974}"/>
                  </a:ext>
                </a:extLst>
              </p:cNvPr>
              <p:cNvSpPr/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F1EBA0F6-BC4E-D910-D80E-B8A6BF1099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14B0BD6-F27D-80DF-49FE-1B1BCCAD1D25}"/>
                  </a:ext>
                </a:extLst>
              </p:cNvPr>
              <p:cNvSpPr/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14B0BD6-F27D-80DF-49FE-1B1BCCAD1D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5088A25-61BB-531A-0739-820B9E9C7ECE}"/>
                  </a:ext>
                </a:extLst>
              </p:cNvPr>
              <p:cNvSpPr/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5088A25-61BB-531A-0739-820B9E9C7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E974ECC-E8D6-355B-1D60-41EF5FD4EADE}"/>
                  </a:ext>
                </a:extLst>
              </p:cNvPr>
              <p:cNvSpPr/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E974ECC-E8D6-355B-1D60-41EF5FD4EA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08CC853-93D5-B324-0EF6-0A59DD45F0C5}"/>
                  </a:ext>
                </a:extLst>
              </p:cNvPr>
              <p:cNvSpPr/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08CC853-93D5-B324-0EF6-0A59DD45F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FE4775F-35E4-D048-7D63-C6CC452EE1AD}"/>
                  </a:ext>
                </a:extLst>
              </p:cNvPr>
              <p:cNvSpPr/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FE4775F-35E4-D048-7D63-C6CC452EE1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DE36A6D-1B75-E833-9948-DEB718FE420D}"/>
                  </a:ext>
                </a:extLst>
              </p:cNvPr>
              <p:cNvSpPr/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DE36A6D-1B75-E833-9948-DEB718FE42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0B0313C-B618-F0F9-2AD4-7CC06FBD4260}"/>
                  </a:ext>
                </a:extLst>
              </p:cNvPr>
              <p:cNvSpPr/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0B0313C-B618-F0F9-2AD4-7CC06FBD42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85712335-48A9-0954-F8EC-FAF0AB7C3666}"/>
                  </a:ext>
                </a:extLst>
              </p:cNvPr>
              <p:cNvSpPr/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85712335-48A9-0954-F8EC-FAF0AB7C36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3829243E-46BC-7192-C48B-07A4C4DB9528}"/>
                  </a:ext>
                </a:extLst>
              </p:cNvPr>
              <p:cNvSpPr/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3829243E-46BC-7192-C48B-07A4C4DB95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F1B63D2-1AA8-EE41-0FC4-082DC5A801D5}"/>
                  </a:ext>
                </a:extLst>
              </p:cNvPr>
              <p:cNvSpPr/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F1B63D2-1AA8-EE41-0FC4-082DC5A801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0DF238E-6674-43CF-9CFA-B703E5D5F2D4}"/>
                  </a:ext>
                </a:extLst>
              </p:cNvPr>
              <p:cNvSpPr/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0DF238E-6674-43CF-9CFA-B703E5D5F2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4B26384-6C9A-2A50-E12C-D6CBF0B48EC3}"/>
                  </a:ext>
                </a:extLst>
              </p:cNvPr>
              <p:cNvSpPr/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4B26384-6C9A-2A50-E12C-D6CBF0B48E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29340297-DBA3-1C67-9CA4-955BCE6BE7C6}"/>
                  </a:ext>
                </a:extLst>
              </p:cNvPr>
              <p:cNvSpPr/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29340297-DBA3-1C67-9CA4-955BCE6BE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A196423B-96A6-1D61-C993-23376AE58D18}"/>
                  </a:ext>
                </a:extLst>
              </p:cNvPr>
              <p:cNvSpPr/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A196423B-96A6-1D61-C993-23376AE58D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8BDB1ED-AC76-F93A-9D29-1089857C40AB}"/>
                  </a:ext>
                </a:extLst>
              </p:cNvPr>
              <p:cNvSpPr/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8BDB1ED-AC76-F93A-9D29-1089857C40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D016B87-7A53-89D9-778B-D4C1304AC659}"/>
                  </a:ext>
                </a:extLst>
              </p:cNvPr>
              <p:cNvSpPr/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D016B87-7A53-89D9-778B-D4C1304AC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821692E-C87D-2CFF-E462-EAD8ECA8463C}"/>
                  </a:ext>
                </a:extLst>
              </p:cNvPr>
              <p:cNvSpPr/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821692E-C87D-2CFF-E462-EAD8ECA846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B0235CF2-7F07-A7B3-25DD-DDCA0AB4E71C}"/>
                  </a:ext>
                </a:extLst>
              </p:cNvPr>
              <p:cNvSpPr/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B0235CF2-7F07-A7B3-25DD-DDCA0AB4E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Oval 32">
            <a:extLst>
              <a:ext uri="{FF2B5EF4-FFF2-40B4-BE49-F238E27FC236}">
                <a16:creationId xmlns:a16="http://schemas.microsoft.com/office/drawing/2014/main" id="{E05201D1-DBAA-50DB-D8A9-3ED2C450BDFF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0515259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0DD48-D69A-3FEB-902E-2E9170158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7ABAA1-8316-7A23-84AF-53337567140C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5DE414-A340-3ABB-8FB5-A94BEA3CB0C4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DB9C8694-509B-2B75-DDCB-3385C3B1CF4E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61786ADB-94C1-CB12-0914-84F08F8E7FEB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8CC4BAEA-07F7-B03A-82E2-45F27271760E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FD84A405-0EF4-8589-3701-B16ED4A5D19E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52D312A1-194E-3FC2-E75D-3FA23C040809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BFEA809D-3599-829F-B230-655663FF243A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324E4F-C09B-68AD-3F62-652048F1977C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6C675B7-F0C2-D52E-CA74-281A6DB46365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55E5974-A917-B098-9AA1-5EC79E1AE9B8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044F94-8ED1-C0C3-B5F2-80ABEA7FF2B9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0D33ECD-47BF-0EF0-7BFA-04096D845BBF}"/>
                  </a:ext>
                </a:extLst>
              </p:cNvPr>
              <p:cNvSpPr/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0D33ECD-47BF-0EF0-7BFA-04096D845B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ABE51C5-12F0-FFCF-C4D1-1D01332C0710}"/>
                  </a:ext>
                </a:extLst>
              </p:cNvPr>
              <p:cNvSpPr/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ABE51C5-12F0-FFCF-C4D1-1D01332C07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AD07AA3-8997-6135-FBD5-602AECF104FE}"/>
                  </a:ext>
                </a:extLst>
              </p:cNvPr>
              <p:cNvSpPr/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AD07AA3-8997-6135-FBD5-602AECF104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C19DC68-B5D8-665C-FA8D-72B827446D76}"/>
                  </a:ext>
                </a:extLst>
              </p:cNvPr>
              <p:cNvSpPr/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C19DC68-B5D8-665C-FA8D-72B827446D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A0AB3B7-78C2-D3AA-D1C7-6A5B74B6368E}"/>
                  </a:ext>
                </a:extLst>
              </p:cNvPr>
              <p:cNvSpPr/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A0AB3B7-78C2-D3AA-D1C7-6A5B74B636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0F98E41-732D-B551-E3D2-15014776192A}"/>
                  </a:ext>
                </a:extLst>
              </p:cNvPr>
              <p:cNvSpPr/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0F98E41-732D-B551-E3D2-1501477619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96951A0B-6895-50CB-E68A-42A99D1DF11B}"/>
                  </a:ext>
                </a:extLst>
              </p:cNvPr>
              <p:cNvSpPr/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96951A0B-6895-50CB-E68A-42A99D1DF1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9A2BF5C-0498-1630-C6BB-8C220055172F}"/>
                  </a:ext>
                </a:extLst>
              </p:cNvPr>
              <p:cNvSpPr/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9A2BF5C-0498-1630-C6BB-8C22005517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E7A2EA8-8A73-227A-EA1C-C2D6DCD12DBF}"/>
                  </a:ext>
                </a:extLst>
              </p:cNvPr>
              <p:cNvSpPr/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E7A2EA8-8A73-227A-EA1C-C2D6DCD12D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DA05D74-B570-70D2-0679-4D1D4EC4FC23}"/>
                  </a:ext>
                </a:extLst>
              </p:cNvPr>
              <p:cNvSpPr/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DA05D74-B570-70D2-0679-4D1D4EC4FC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B4AED8-7114-505C-28A0-610A49854698}"/>
                  </a:ext>
                </a:extLst>
              </p:cNvPr>
              <p:cNvSpPr/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B4AED8-7114-505C-28A0-610A498546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6710CC67-4AEB-C0AE-C738-8B4883FCF96D}"/>
                  </a:ext>
                </a:extLst>
              </p:cNvPr>
              <p:cNvSpPr/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6710CC67-4AEB-C0AE-C738-8B4883FCF9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4D894A8-E08B-ED14-5445-7B717D5ABB34}"/>
                  </a:ext>
                </a:extLst>
              </p:cNvPr>
              <p:cNvSpPr/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4D894A8-E08B-ED14-5445-7B717D5ABB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2BABC1A-0224-B68C-739F-A7C9D67ECA60}"/>
                  </a:ext>
                </a:extLst>
              </p:cNvPr>
              <p:cNvSpPr/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2BABC1A-0224-B68C-739F-A7C9D67ECA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BE8D9FD8-1B91-EA12-D9B4-41CCEB35BB84}"/>
                  </a:ext>
                </a:extLst>
              </p:cNvPr>
              <p:cNvSpPr/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BE8D9FD8-1B91-EA12-D9B4-41CCEB35BB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8CB0BDE-CA37-7E77-B9D6-42D36B1D19F3}"/>
                  </a:ext>
                </a:extLst>
              </p:cNvPr>
              <p:cNvSpPr/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8CB0BDE-CA37-7E77-B9D6-42D36B1D19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A7DBDC6-674A-894B-5488-873843AA862E}"/>
                  </a:ext>
                </a:extLst>
              </p:cNvPr>
              <p:cNvSpPr/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A7DBDC6-674A-894B-5488-873843AA86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E1156BD-A425-D02E-83B6-21E742F9237D}"/>
                  </a:ext>
                </a:extLst>
              </p:cNvPr>
              <p:cNvSpPr/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E1156BD-A425-D02E-83B6-21E742F923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8A19ADF-25A7-06C1-E63C-A47CEE868D03}"/>
                  </a:ext>
                </a:extLst>
              </p:cNvPr>
              <p:cNvSpPr/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8A19ADF-25A7-06C1-E63C-A47CEE868D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8291FAB-60A1-1E97-50A0-E3E6ED5A2078}"/>
                  </a:ext>
                </a:extLst>
              </p:cNvPr>
              <p:cNvSpPr/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8291FAB-60A1-1E97-50A0-E3E6ED5A20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B1D91F15-C1CC-D1F7-C6B4-AC6303FA7DBF}"/>
                  </a:ext>
                </a:extLst>
              </p:cNvPr>
              <p:cNvSpPr/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B1D91F15-C1CC-D1F7-C6B4-AC6303FA7D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66BB281-E760-CA30-1327-C17A32879694}"/>
                  </a:ext>
                </a:extLst>
              </p:cNvPr>
              <p:cNvSpPr/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66BB281-E760-CA30-1327-C17A328796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B488392A-55E9-E139-3609-7594C22DDA0A}"/>
                  </a:ext>
                </a:extLst>
              </p:cNvPr>
              <p:cNvSpPr/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B488392A-55E9-E139-3609-7594C22DDA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47303796-1BB1-7A9E-12A2-A6D6615BB153}"/>
                  </a:ext>
                </a:extLst>
              </p:cNvPr>
              <p:cNvSpPr/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47303796-1BB1-7A9E-12A2-A6D6615BB1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DDB651B-BE46-3694-9292-420D2C391743}"/>
                  </a:ext>
                </a:extLst>
              </p:cNvPr>
              <p:cNvSpPr/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DDB651B-BE46-3694-9292-420D2C3917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01EE8E-3547-08DB-340B-5B7AB9005544}"/>
                  </a:ext>
                </a:extLst>
              </p:cNvPr>
              <p:cNvSpPr/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01EE8E-3547-08DB-340B-5B7AB90055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C9FB915-1455-7FA9-DD94-3A99F27AEE1B}"/>
                  </a:ext>
                </a:extLst>
              </p:cNvPr>
              <p:cNvSpPr/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C9FB915-1455-7FA9-DD94-3A99F27AEE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BC3D61FF-4678-66EF-0D3E-12D0E7076E90}"/>
                  </a:ext>
                </a:extLst>
              </p:cNvPr>
              <p:cNvSpPr/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BC3D61FF-4678-66EF-0D3E-12D0E7076E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0BE7D398-77B3-BCE4-7F9A-C8A8BCE320B5}"/>
                  </a:ext>
                </a:extLst>
              </p:cNvPr>
              <p:cNvSpPr/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0BE7D398-77B3-BCE4-7F9A-C8A8BCE320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C23D61BB-1746-911E-75DE-87117FE98D14}"/>
                  </a:ext>
                </a:extLst>
              </p:cNvPr>
              <p:cNvSpPr/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C23D61BB-1746-911E-75DE-87117FE98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C07619FF-C64B-133C-220C-43BCF44D326D}"/>
                  </a:ext>
                </a:extLst>
              </p:cNvPr>
              <p:cNvSpPr/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C07619FF-C64B-133C-220C-43BCF44D32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D68E3059-8733-6ED9-6298-C3D3ACC22CB6}"/>
                  </a:ext>
                </a:extLst>
              </p:cNvPr>
              <p:cNvSpPr/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D68E3059-8733-6ED9-6298-C3D3ACC22C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Oval 32">
            <a:extLst>
              <a:ext uri="{FF2B5EF4-FFF2-40B4-BE49-F238E27FC236}">
                <a16:creationId xmlns:a16="http://schemas.microsoft.com/office/drawing/2014/main" id="{D12322F0-58C4-577D-E867-D9437C4AE708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9894180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1DD88-AB45-DE90-7C25-7B66CE86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E92D5AE-CBC4-FB90-0531-CEA9DC5772E4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3DE476-A90C-F39D-A5AD-9EE636253381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7A79615B-CABA-9F0E-7042-EA184D247587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D3055EB8-9371-B326-8678-F90793C86AD8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DF3122F3-4E3E-ED83-EF12-733EB7C401C2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F74B3DFE-240D-76CB-F2F2-09E5C7373838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B0A83D86-A51F-1257-ACB8-B175733FA55C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F3F29EC5-F20F-12BC-F17D-88D285A272BF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C953AC-908A-4E4E-D6F5-5E15ACF0177E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1D4DA99-523C-7F73-9899-B3FB92A7FA1B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E085C6F-3079-43E5-0319-0A6B1239BADB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66F8E3B-83AD-6C2B-4341-CDA3830B0EF3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EFF3194-B57F-D65D-7F44-A2B7AF535B2A}"/>
                  </a:ext>
                </a:extLst>
              </p:cNvPr>
              <p:cNvSpPr/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EFF3194-B57F-D65D-7F44-A2B7AF535B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990E3EF3-EFF9-5881-2360-EFDCC895F58F}"/>
                  </a:ext>
                </a:extLst>
              </p:cNvPr>
              <p:cNvSpPr/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990E3EF3-EFF9-5881-2360-EFDCC895F5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E0CDB59-D2D2-78EC-124D-5E2CA79BA8ED}"/>
                  </a:ext>
                </a:extLst>
              </p:cNvPr>
              <p:cNvSpPr/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E0CDB59-D2D2-78EC-124D-5E2CA79BA8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3D888D3-5546-04B2-F60F-4142FED37C0D}"/>
                  </a:ext>
                </a:extLst>
              </p:cNvPr>
              <p:cNvSpPr/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3D888D3-5546-04B2-F60F-4142FED37C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C4C9311-5345-C572-A7BD-93F31C91A368}"/>
                  </a:ext>
                </a:extLst>
              </p:cNvPr>
              <p:cNvSpPr/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C4C9311-5345-C572-A7BD-93F31C91A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16F5090-E804-6BE4-A6B6-E357583021EB}"/>
                  </a:ext>
                </a:extLst>
              </p:cNvPr>
              <p:cNvSpPr/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16F5090-E804-6BE4-A6B6-E357583021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9BE79EC-B692-FC11-915E-D93477336D6D}"/>
                  </a:ext>
                </a:extLst>
              </p:cNvPr>
              <p:cNvSpPr/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9BE79EC-B692-FC11-915E-D93477336D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9ABE4E-4D9E-78E4-BB7B-97B82023F370}"/>
                  </a:ext>
                </a:extLst>
              </p:cNvPr>
              <p:cNvSpPr/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9ABE4E-4D9E-78E4-BB7B-97B82023F3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7AC9EBC-BEEA-15D3-21BB-94BFDC64E8FF}"/>
                  </a:ext>
                </a:extLst>
              </p:cNvPr>
              <p:cNvSpPr/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7AC9EBC-BEEA-15D3-21BB-94BFDC64E8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3984222-C6D7-E7A9-5911-577EEE38E1D3}"/>
                  </a:ext>
                </a:extLst>
              </p:cNvPr>
              <p:cNvSpPr/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3984222-C6D7-E7A9-5911-577EEE38E1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01B005B-3A10-4A59-22AD-B662BDE8F013}"/>
                  </a:ext>
                </a:extLst>
              </p:cNvPr>
              <p:cNvSpPr/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01B005B-3A10-4A59-22AD-B662BDE8F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C7CD55-9C15-C425-854F-F2246E4ACFD3}"/>
                  </a:ext>
                </a:extLst>
              </p:cNvPr>
              <p:cNvSpPr/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C7CD55-9C15-C425-854F-F2246E4AC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9076C1B-ED54-CF4C-B30C-2C369D7D4BE1}"/>
                  </a:ext>
                </a:extLst>
              </p:cNvPr>
              <p:cNvSpPr/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9076C1B-ED54-CF4C-B30C-2C369D7D4B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965B83AD-C2C1-2794-8991-DAF2F8E33379}"/>
                  </a:ext>
                </a:extLst>
              </p:cNvPr>
              <p:cNvSpPr/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965B83AD-C2C1-2794-8991-DAF2F8E333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18ADFAD2-AE77-094F-0B9F-5E012C714EFD}"/>
                  </a:ext>
                </a:extLst>
              </p:cNvPr>
              <p:cNvSpPr/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18ADFAD2-AE77-094F-0B9F-5E012C714E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17EC3206-CE05-A094-8354-0AD8FE3B244E}"/>
                  </a:ext>
                </a:extLst>
              </p:cNvPr>
              <p:cNvSpPr/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17EC3206-CE05-A094-8354-0AD8FE3B2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5BBB632A-9C1E-C83E-3FF3-13A13A04B704}"/>
                  </a:ext>
                </a:extLst>
              </p:cNvPr>
              <p:cNvSpPr/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5BBB632A-9C1E-C83E-3FF3-13A13A04B7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0757BC0C-C6E4-493B-9D2A-BA85484472BE}"/>
                  </a:ext>
                </a:extLst>
              </p:cNvPr>
              <p:cNvSpPr/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0757BC0C-C6E4-493B-9D2A-BA85484472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B6AA5B2-41D7-5C37-D623-B668671FD832}"/>
                  </a:ext>
                </a:extLst>
              </p:cNvPr>
              <p:cNvSpPr/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B6AA5B2-41D7-5C37-D623-B668671FD8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1B480E6-17CD-BC88-502E-668BC1A88785}"/>
                  </a:ext>
                </a:extLst>
              </p:cNvPr>
              <p:cNvSpPr/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1B480E6-17CD-BC88-502E-668BC1A887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34630FB-76BB-1967-D6A0-582B489EA754}"/>
                  </a:ext>
                </a:extLst>
              </p:cNvPr>
              <p:cNvSpPr/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34630FB-76BB-1967-D6A0-582B489EA7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7EDCFC04-1774-AD34-A05A-21F8DAE7CB51}"/>
                  </a:ext>
                </a:extLst>
              </p:cNvPr>
              <p:cNvSpPr/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7EDCFC04-1774-AD34-A05A-21F8DAE7CB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BE047B4-73F5-E6D2-8B3B-CB862D04A9CC}"/>
                  </a:ext>
                </a:extLst>
              </p:cNvPr>
              <p:cNvSpPr/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BE047B4-73F5-E6D2-8B3B-CB862D04A9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183C9DA0-F306-A0CF-3754-DCB0D539C6BF}"/>
                  </a:ext>
                </a:extLst>
              </p:cNvPr>
              <p:cNvSpPr/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183C9DA0-F306-A0CF-3754-DCB0D539C6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81E5D52-404D-BA41-5270-CC5EFAE8F16D}"/>
                  </a:ext>
                </a:extLst>
              </p:cNvPr>
              <p:cNvSpPr/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81E5D52-404D-BA41-5270-CC5EFAE8F1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54CC2B5-A0BD-8FB4-52E5-71FCA48A2827}"/>
                  </a:ext>
                </a:extLst>
              </p:cNvPr>
              <p:cNvSpPr/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54CC2B5-A0BD-8FB4-52E5-71FCA48A28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3D0DD92-B283-A6E6-6D23-C094B164620D}"/>
                  </a:ext>
                </a:extLst>
              </p:cNvPr>
              <p:cNvSpPr/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3D0DD92-B283-A6E6-6D23-C094B16462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657B30D4-2745-B54E-EAF8-B5691796D229}"/>
                  </a:ext>
                </a:extLst>
              </p:cNvPr>
              <p:cNvSpPr/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657B30D4-2745-B54E-EAF8-B5691796D2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3B38DF28-199D-D9DF-69A6-0E9CDB64CDF6}"/>
                  </a:ext>
                </a:extLst>
              </p:cNvPr>
              <p:cNvSpPr/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3B38DF28-199D-D9DF-69A6-0E9CDB64CD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F900381F-F41E-88BD-410B-3C6D5EB37EAC}"/>
                  </a:ext>
                </a:extLst>
              </p:cNvPr>
              <p:cNvSpPr/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F900381F-F41E-88BD-410B-3C6D5EB37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C2817FD-74DD-5F1F-98BB-1A14C31AC22A}"/>
                  </a:ext>
                </a:extLst>
              </p:cNvPr>
              <p:cNvSpPr/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C2817FD-74DD-5F1F-98BB-1A14C31AC2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3C63CFAF-D9ED-F91E-82AC-1B73917D8EB1}"/>
                  </a:ext>
                </a:extLst>
              </p:cNvPr>
              <p:cNvSpPr/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3C63CFAF-D9ED-F91E-82AC-1B73917D8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Oval 32">
            <a:extLst>
              <a:ext uri="{FF2B5EF4-FFF2-40B4-BE49-F238E27FC236}">
                <a16:creationId xmlns:a16="http://schemas.microsoft.com/office/drawing/2014/main" id="{9C9CCBBD-EE09-A668-AF0E-F279968C646F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4765241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95">
            <a:extLst>
              <a:ext uri="{FF2B5EF4-FFF2-40B4-BE49-F238E27FC236}">
                <a16:creationId xmlns:a16="http://schemas.microsoft.com/office/drawing/2014/main" id="{A09CCBAF-DCB6-E385-DADF-8225B3D4499C}"/>
              </a:ext>
            </a:extLst>
          </p:cNvPr>
          <p:cNvSpPr/>
          <p:nvPr/>
        </p:nvSpPr>
        <p:spPr>
          <a:xfrm>
            <a:off x="4218931" y="1454368"/>
            <a:ext cx="8956603" cy="74734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DE3A45D-72EE-D85D-667F-9F34756500F4}"/>
              </a:ext>
            </a:extLst>
          </p:cNvPr>
          <p:cNvSpPr/>
          <p:nvPr/>
        </p:nvSpPr>
        <p:spPr>
          <a:xfrm>
            <a:off x="4377327" y="4204708"/>
            <a:ext cx="8630210" cy="2764739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578B46-C197-7A77-A295-671B26905C7C}"/>
              </a:ext>
            </a:extLst>
          </p:cNvPr>
          <p:cNvSpPr/>
          <p:nvPr/>
        </p:nvSpPr>
        <p:spPr>
          <a:xfrm>
            <a:off x="4377327" y="1598364"/>
            <a:ext cx="8630210" cy="1468768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AAEE5D-C59A-5B1F-D930-FCBEAA0E09C8}"/>
              </a:ext>
            </a:extLst>
          </p:cNvPr>
          <p:cNvSpPr/>
          <p:nvPr/>
        </p:nvSpPr>
        <p:spPr>
          <a:xfrm>
            <a:off x="4535724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E505CA-48FE-6363-BD57-845094D3F019}"/>
              </a:ext>
            </a:extLst>
          </p:cNvPr>
          <p:cNvSpPr/>
          <p:nvPr/>
        </p:nvSpPr>
        <p:spPr>
          <a:xfrm>
            <a:off x="4847717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F70BB3-6703-16B4-46C2-933A87D85182}"/>
              </a:ext>
            </a:extLst>
          </p:cNvPr>
          <p:cNvSpPr/>
          <p:nvPr/>
        </p:nvSpPr>
        <p:spPr>
          <a:xfrm>
            <a:off x="5174110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44AF21-490D-9B35-C21D-082263ADFAF7}"/>
              </a:ext>
            </a:extLst>
          </p:cNvPr>
          <p:cNvSpPr/>
          <p:nvPr/>
        </p:nvSpPr>
        <p:spPr>
          <a:xfrm>
            <a:off x="5476503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03B210-BDB9-1815-0764-DD83F83FE2E3}"/>
              </a:ext>
            </a:extLst>
          </p:cNvPr>
          <p:cNvSpPr/>
          <p:nvPr/>
        </p:nvSpPr>
        <p:spPr>
          <a:xfrm>
            <a:off x="5802896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F8622D-AEE9-E4B2-8762-01B984242D93}"/>
              </a:ext>
            </a:extLst>
          </p:cNvPr>
          <p:cNvSpPr/>
          <p:nvPr/>
        </p:nvSpPr>
        <p:spPr>
          <a:xfrm>
            <a:off x="6090890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B1C5AB-C6EB-78BB-9060-C8CB290AEBF2}"/>
              </a:ext>
            </a:extLst>
          </p:cNvPr>
          <p:cNvSpPr/>
          <p:nvPr/>
        </p:nvSpPr>
        <p:spPr>
          <a:xfrm>
            <a:off x="6417283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0D1B17-D76C-D5E3-5548-6F007EDCEA24}"/>
              </a:ext>
            </a:extLst>
          </p:cNvPr>
          <p:cNvSpPr/>
          <p:nvPr/>
        </p:nvSpPr>
        <p:spPr>
          <a:xfrm>
            <a:off x="6719676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1CF425-3844-C8AE-D06B-3EE3A9FA9F46}"/>
              </a:ext>
            </a:extLst>
          </p:cNvPr>
          <p:cNvSpPr/>
          <p:nvPr/>
        </p:nvSpPr>
        <p:spPr>
          <a:xfrm>
            <a:off x="7046069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2B0D60B-7014-6B96-57A1-F033F5A5ED5F}"/>
              </a:ext>
            </a:extLst>
          </p:cNvPr>
          <p:cNvSpPr/>
          <p:nvPr/>
        </p:nvSpPr>
        <p:spPr>
          <a:xfrm>
            <a:off x="7358062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B87A4B1-0A8B-A130-497D-435940141A9E}"/>
              </a:ext>
            </a:extLst>
          </p:cNvPr>
          <p:cNvSpPr/>
          <p:nvPr/>
        </p:nvSpPr>
        <p:spPr>
          <a:xfrm>
            <a:off x="7684455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12C791A-ECC1-1C83-632C-BC77D1F78355}"/>
              </a:ext>
            </a:extLst>
          </p:cNvPr>
          <p:cNvSpPr/>
          <p:nvPr/>
        </p:nvSpPr>
        <p:spPr>
          <a:xfrm>
            <a:off x="7986848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14992D1-65EA-C239-A658-E502A768E52D}"/>
              </a:ext>
            </a:extLst>
          </p:cNvPr>
          <p:cNvSpPr/>
          <p:nvPr/>
        </p:nvSpPr>
        <p:spPr>
          <a:xfrm>
            <a:off x="8313241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F591CF1-28D4-C118-093C-9EA3BB5B4FAE}"/>
              </a:ext>
            </a:extLst>
          </p:cNvPr>
          <p:cNvSpPr/>
          <p:nvPr/>
        </p:nvSpPr>
        <p:spPr>
          <a:xfrm>
            <a:off x="8601235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4330559-0062-A8A9-AD36-D9141DF745F3}"/>
              </a:ext>
            </a:extLst>
          </p:cNvPr>
          <p:cNvSpPr/>
          <p:nvPr/>
        </p:nvSpPr>
        <p:spPr>
          <a:xfrm>
            <a:off x="8927628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DBF2D7-06B9-89DA-45A9-8C5C3BA3264F}"/>
              </a:ext>
            </a:extLst>
          </p:cNvPr>
          <p:cNvSpPr/>
          <p:nvPr/>
        </p:nvSpPr>
        <p:spPr>
          <a:xfrm>
            <a:off x="9230021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DEFAF7-530F-746A-CA59-DE77AE4B85E0}"/>
              </a:ext>
            </a:extLst>
          </p:cNvPr>
          <p:cNvSpPr/>
          <p:nvPr/>
        </p:nvSpPr>
        <p:spPr>
          <a:xfrm>
            <a:off x="9556414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6532B52-E907-8656-A16E-13DB373C2DB6}"/>
              </a:ext>
            </a:extLst>
          </p:cNvPr>
          <p:cNvSpPr/>
          <p:nvPr/>
        </p:nvSpPr>
        <p:spPr>
          <a:xfrm>
            <a:off x="9868407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AE0F5FE-0F17-85B7-90EE-0A4EEEFD8754}"/>
              </a:ext>
            </a:extLst>
          </p:cNvPr>
          <p:cNvSpPr/>
          <p:nvPr/>
        </p:nvSpPr>
        <p:spPr>
          <a:xfrm>
            <a:off x="10194800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38D2390-F4EE-689C-12EB-8368C63B6442}"/>
              </a:ext>
            </a:extLst>
          </p:cNvPr>
          <p:cNvSpPr/>
          <p:nvPr/>
        </p:nvSpPr>
        <p:spPr>
          <a:xfrm>
            <a:off x="10497193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0A13888-08D2-21C9-93F7-6A58C13F9F78}"/>
              </a:ext>
            </a:extLst>
          </p:cNvPr>
          <p:cNvSpPr/>
          <p:nvPr/>
        </p:nvSpPr>
        <p:spPr>
          <a:xfrm>
            <a:off x="10823586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893730C-F5A9-2C3D-62BB-437E8891FD74}"/>
              </a:ext>
            </a:extLst>
          </p:cNvPr>
          <p:cNvSpPr/>
          <p:nvPr/>
        </p:nvSpPr>
        <p:spPr>
          <a:xfrm>
            <a:off x="11111580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C441E19-002E-05DE-B69A-0BCCFB3B5D47}"/>
              </a:ext>
            </a:extLst>
          </p:cNvPr>
          <p:cNvSpPr/>
          <p:nvPr/>
        </p:nvSpPr>
        <p:spPr>
          <a:xfrm>
            <a:off x="11437972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CEB45D3-228D-1E05-0224-2D307D4A3C6C}"/>
              </a:ext>
            </a:extLst>
          </p:cNvPr>
          <p:cNvSpPr/>
          <p:nvPr/>
        </p:nvSpPr>
        <p:spPr>
          <a:xfrm>
            <a:off x="11740366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7326CEC-8962-E34C-4EE4-65CF69FF02CF}"/>
              </a:ext>
            </a:extLst>
          </p:cNvPr>
          <p:cNvSpPr/>
          <p:nvPr/>
        </p:nvSpPr>
        <p:spPr>
          <a:xfrm>
            <a:off x="12066759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1AE6375-B216-F450-B203-2DAAF7D90C1F}"/>
              </a:ext>
            </a:extLst>
          </p:cNvPr>
          <p:cNvSpPr/>
          <p:nvPr/>
        </p:nvSpPr>
        <p:spPr>
          <a:xfrm>
            <a:off x="12378752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F2E9859-531F-FD58-F1A8-CF739CC003BC}"/>
              </a:ext>
            </a:extLst>
          </p:cNvPr>
          <p:cNvSpPr/>
          <p:nvPr/>
        </p:nvSpPr>
        <p:spPr>
          <a:xfrm>
            <a:off x="12705144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33950FA-03E0-DFDA-39C6-A893C5EE231D}"/>
              </a:ext>
            </a:extLst>
          </p:cNvPr>
          <p:cNvSpPr/>
          <p:nvPr/>
        </p:nvSpPr>
        <p:spPr>
          <a:xfrm>
            <a:off x="4377327" y="3119931"/>
            <a:ext cx="8630210" cy="101277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CC91EE47-F056-68A7-0729-317C71B9B4F7}"/>
              </a:ext>
            </a:extLst>
          </p:cNvPr>
          <p:cNvSpPr/>
          <p:nvPr/>
        </p:nvSpPr>
        <p:spPr>
          <a:xfrm>
            <a:off x="4847717" y="4334305"/>
            <a:ext cx="955179" cy="251994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7894E62C-ECCB-ABB1-F56D-19B1417BF5B5}"/>
              </a:ext>
            </a:extLst>
          </p:cNvPr>
          <p:cNvSpPr/>
          <p:nvPr/>
        </p:nvSpPr>
        <p:spPr>
          <a:xfrm>
            <a:off x="8214843" y="4334305"/>
            <a:ext cx="955179" cy="251994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739CF7E7-E610-EA9A-83A1-482D587F24CB}"/>
              </a:ext>
            </a:extLst>
          </p:cNvPr>
          <p:cNvSpPr/>
          <p:nvPr/>
        </p:nvSpPr>
        <p:spPr>
          <a:xfrm>
            <a:off x="11581969" y="4324705"/>
            <a:ext cx="955179" cy="251994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0401A072-91BD-25C1-FDFD-0838326834F0}"/>
              </a:ext>
            </a:extLst>
          </p:cNvPr>
          <p:cNvCxnSpPr>
            <a:cxnSpLocks/>
            <a:stCxn id="86" idx="2"/>
          </p:cNvCxnSpPr>
          <p:nvPr/>
        </p:nvCxnSpPr>
        <p:spPr>
          <a:xfrm rot="16200000" flipH="1">
            <a:off x="6236087" y="5943469"/>
            <a:ext cx="1612765" cy="343432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02F330B9-0A4F-7BD3-1570-F597709BD834}"/>
              </a:ext>
            </a:extLst>
          </p:cNvPr>
          <p:cNvCxnSpPr>
            <a:cxnSpLocks/>
          </p:cNvCxnSpPr>
          <p:nvPr/>
        </p:nvCxnSpPr>
        <p:spPr>
          <a:xfrm rot="5400000">
            <a:off x="9603213" y="6007968"/>
            <a:ext cx="1612766" cy="329992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DFBE81C-FCDB-9EE1-3B2C-1A5BFF9CD599}"/>
              </a:ext>
            </a:extLst>
          </p:cNvPr>
          <p:cNvSpPr/>
          <p:nvPr/>
        </p:nvSpPr>
        <p:spPr>
          <a:xfrm>
            <a:off x="8471637" y="8829805"/>
            <a:ext cx="455990" cy="189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17755D1-4122-6082-7B0E-C4FA94A9BDAC}"/>
              </a:ext>
            </a:extLst>
          </p:cNvPr>
          <p:cNvCxnSpPr>
            <a:cxnSpLocks/>
            <a:stCxn id="96" idx="2"/>
            <a:endCxn id="88" idx="2"/>
          </p:cNvCxnSpPr>
          <p:nvPr/>
        </p:nvCxnSpPr>
        <p:spPr>
          <a:xfrm rot="5400000" flipH="1">
            <a:off x="7658055" y="7888626"/>
            <a:ext cx="2073554" cy="4800"/>
          </a:xfrm>
          <a:prstGeom prst="bentConnector3">
            <a:avLst>
              <a:gd name="adj1" fmla="val -1736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FA633684-8B5D-2206-15F7-ED3E7061D194}"/>
              </a:ext>
            </a:extLst>
          </p:cNvPr>
          <p:cNvSpPr txBox="1"/>
          <p:nvPr/>
        </p:nvSpPr>
        <p:spPr>
          <a:xfrm>
            <a:off x="4535724" y="1593567"/>
            <a:ext cx="8327817" cy="1546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449" b="1" dirty="0">
                <a:solidFill>
                  <a:schemeClr val="bg1"/>
                </a:solidFill>
              </a:rPr>
              <a:t>Collimator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BEE7985-85CC-A9F6-1226-D26444D8A1C2}"/>
              </a:ext>
            </a:extLst>
          </p:cNvPr>
          <p:cNvSpPr txBox="1"/>
          <p:nvPr/>
        </p:nvSpPr>
        <p:spPr>
          <a:xfrm>
            <a:off x="4467841" y="2942293"/>
            <a:ext cx="8327817" cy="1255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559" b="1" dirty="0">
                <a:solidFill>
                  <a:schemeClr val="bg1"/>
                </a:solidFill>
              </a:rPr>
              <a:t>Crystal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E24AB72-E6B1-F750-AFF9-7A37E22A8C10}"/>
              </a:ext>
            </a:extLst>
          </p:cNvPr>
          <p:cNvSpPr txBox="1"/>
          <p:nvPr/>
        </p:nvSpPr>
        <p:spPr>
          <a:xfrm rot="16200000">
            <a:off x="4567783" y="4811453"/>
            <a:ext cx="8327817" cy="1546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449" b="1" dirty="0">
                <a:solidFill>
                  <a:schemeClr val="bg1"/>
                </a:solidFill>
              </a:rPr>
              <a:t>PMT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91654EB-186B-4899-C448-A753868FD6C1}"/>
              </a:ext>
            </a:extLst>
          </p:cNvPr>
          <p:cNvSpPr txBox="1"/>
          <p:nvPr/>
        </p:nvSpPr>
        <p:spPr>
          <a:xfrm>
            <a:off x="4377328" y="7207443"/>
            <a:ext cx="8327817" cy="1546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449" b="1" dirty="0"/>
              <a:t>Electronics</a:t>
            </a:r>
          </a:p>
        </p:txBody>
      </p:sp>
    </p:spTree>
    <p:extLst>
      <p:ext uri="{BB962C8B-B14F-4D97-AF65-F5344CB8AC3E}">
        <p14:creationId xmlns:p14="http://schemas.microsoft.com/office/powerpoint/2010/main" val="1610676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65D564-760F-C86C-A424-A32583C29A58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9D0C014-E233-FA34-6ADA-A1C326E969D7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8830C68-2501-0A9F-6D5B-709EB446BA2B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C2CE58-B1B8-B487-F0AC-A7739467FD20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70163B-642F-CFDA-17A8-6FB296833325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70163B-642F-CFDA-17A8-6FB296833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1B398ED-9B95-B8FC-52F6-E8C570E179E7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1B398ED-9B95-B8FC-52F6-E8C570E179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B360817-D395-EBB5-1602-3C900969618C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B360817-D395-EBB5-1602-3C90096961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EF206CA-B9BF-E472-5EDB-924F86EF2899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EF206CA-B9BF-E472-5EDB-924F86EF28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9CF2A5C-8B3E-AED5-001E-523B6372493C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9CF2A5C-8B3E-AED5-001E-523B637249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4836890-1A8A-8BE9-8AC9-52CDA89DA100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2A4CCC8-3362-0645-C22F-49752C29AADC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F762BA7F-5740-F188-A516-1925A4F9F90C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DB2BB7-493C-36D2-376D-BC0472EB24F2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DB2BB7-493C-36D2-376D-BC0472EB24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BD694CBA-9593-6872-67D9-14C3E5C70C4C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BBAC765-9BFF-0356-84AA-29C455A0BF81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BBAC765-9BFF-0356-84AA-29C455A0B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5FB6AA1E-04D5-1AEC-F4B4-627681E60F10}"/>
              </a:ext>
            </a:extLst>
          </p:cNvPr>
          <p:cNvCxnSpPr>
            <a:cxnSpLocks/>
          </p:cNvCxnSpPr>
          <p:nvPr/>
        </p:nvCxnSpPr>
        <p:spPr>
          <a:xfrm flipH="1">
            <a:off x="12093908" y="-14149053"/>
            <a:ext cx="6166451" cy="141490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EFA7D90C-EB43-4460-B58B-B3A32996E1B5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96860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FC7C5-FEB0-D2F0-5A1A-31CDB19EB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9B829D2-801E-5800-BC2B-66BAD7DDB78A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06D1CB-3ECD-7E52-7332-CE4EFA6CE3BB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06DDD2-755F-48D6-D766-48303AD34324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E7A581-4FC5-2A74-17FE-6859F2A057CB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1C354A5-0697-1F8D-ACBB-0C4ECF8E6109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1C354A5-0697-1F8D-ACBB-0C4ECF8E6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FE628F4-877D-21FE-CA94-6681CBF42985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FE628F4-877D-21FE-CA94-6681CBF429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998DB47-C9F4-AB75-4845-656506BBC418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998DB47-C9F4-AB75-4845-656506BBC4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AB9A6D6-2BC1-120B-2119-176953336958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AB9A6D6-2BC1-120B-2119-1769533369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56ADA3C4-A6CC-1CA1-4EA5-629541BDCE34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56ADA3C4-A6CC-1CA1-4EA5-629541BDCE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C40EBD4-FF30-03FB-C110-C64B05D5F813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28963B4-5EFC-D333-4147-EA2D85671D25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226CEAC0-1A4D-1105-7057-E4691BA96103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6C4190-648D-95B0-3F52-B21CF1DB4C8F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6C4190-648D-95B0-3F52-B21CF1DB4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5B482C95-C3D0-DDD8-1639-A8C9416EBAA4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2EDDE6-527D-96DB-FADA-3849ED9732E6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2EDDE6-527D-96DB-FADA-3849ED973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8F81606-69A6-7B11-ECE0-EC4FC1AB9EFF}"/>
              </a:ext>
            </a:extLst>
          </p:cNvPr>
          <p:cNvCxnSpPr>
            <a:cxnSpLocks/>
          </p:cNvCxnSpPr>
          <p:nvPr/>
        </p:nvCxnSpPr>
        <p:spPr>
          <a:xfrm flipH="1">
            <a:off x="12093908" y="-14149053"/>
            <a:ext cx="6166451" cy="141490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2E38169-EBAA-D036-A029-DECF48A0653C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23728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80A5-712E-1FCC-A527-0F036B6E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C3EF7AC-FDF7-64F5-2806-86D22872BBC1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EE6309-F745-44A8-0049-225B42A0ADB3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6C33102-17A5-7FBC-3EA5-79381233BA94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67E5AE6-748B-6A19-89EC-6676FC6B1255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67E5AE6-748B-6A19-89EC-6676FC6B1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360396B-17D0-7FDD-EEA7-153CAC14BBE5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360396B-17D0-7FDD-EEA7-153CAC14BB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5CBD05F-91D8-55D0-3821-1811853B5467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5CBD05F-91D8-55D0-3821-1811853B54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E7043F6-EB7B-5913-419D-7041DFE172CA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E7043F6-EB7B-5913-419D-7041DFE172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36DE02D2-1761-12A3-3CC9-7C6F828348F6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36DE02D2-1761-12A3-3CC9-7C6F82834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FFF1375-D6C2-9E97-F054-DBC94346ABDB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DF14160-8360-BF00-1841-5B73FB532FD8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8B6CA5C7-9147-ABF8-5661-FD7709CBA2C7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763A6B0-4038-003A-A60E-B3AE900AFAC5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763A6B0-4038-003A-A60E-B3AE900AF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668A19AC-5899-EBD1-4915-A6AEBA0710CE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8A64072-B1D8-C9F7-CB56-5AC2CD592C04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8A64072-B1D8-C9F7-CB56-5AC2CD592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C483EDE-B4D8-6A7D-B636-6C5F263FE9E4}"/>
              </a:ext>
            </a:extLst>
          </p:cNvPr>
          <p:cNvCxnSpPr>
            <a:cxnSpLocks/>
          </p:cNvCxnSpPr>
          <p:nvPr/>
        </p:nvCxnSpPr>
        <p:spPr>
          <a:xfrm flipH="1">
            <a:off x="9002030" y="-7033641"/>
            <a:ext cx="6166451" cy="141490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3D90640-FCA4-E377-F262-94C4D33CC48C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51630D-8FD2-9DA2-4098-F3CB239259E0}"/>
              </a:ext>
            </a:extLst>
          </p:cNvPr>
          <p:cNvCxnSpPr>
            <a:cxnSpLocks/>
          </p:cNvCxnSpPr>
          <p:nvPr/>
        </p:nvCxnSpPr>
        <p:spPr>
          <a:xfrm flipV="1">
            <a:off x="6330355" y="1662230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52973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DF471-B74A-A0E8-7780-71172F6E9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1AFB9A-5178-C885-6964-8A98615DD819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0C9BE-CF1F-FAE8-BE43-182AFB1BDCB8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9FC086-713A-2D6A-A6B6-D04752AC9F38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148E83-BF06-39EF-3DEF-90E2D6FCCDEC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148E83-BF06-39EF-3DEF-90E2D6FCCD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E47F5-A899-BD39-407B-D5C19968DF3B}"/>
                  </a:ext>
                </a:extLst>
              </p:cNvPr>
              <p:cNvSpPr/>
              <p:nvPr/>
            </p:nvSpPr>
            <p:spPr>
              <a:xfrm>
                <a:off x="10615731" y="244650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E47F5-A899-BD39-407B-D5C19968DF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244650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4B85108-A59D-662D-E0FC-768047B91F50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F65573-5764-D963-7D58-E7665BA4E2DD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AABE0872-1F31-D9A2-1272-784EAA2D006E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30F3533-B87F-F967-B135-602718E15C80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30F3533-B87F-F967-B135-602718E15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491DE118-F501-672D-5156-BCFB9D5812BE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49888FE-7BB7-38F5-648B-4F347387F822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49888FE-7BB7-38F5-648B-4F347387F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E1D470C-3D90-6EB3-7566-B339077FA3D9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E1D470C-3D90-6EB3-7566-B339077FA3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5C02B97F-4F05-469A-2FD5-BB4B4728A274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5C02B97F-4F05-469A-2FD5-BB4B4728A2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2409AFD-A788-1983-2222-42130F9B30D1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2409AFD-A788-1983-2222-42130F9B30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CCAE209-A198-78DE-A071-19B5CDE1A614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189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6BF5B-A0C6-B7FB-601A-52680C7F7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6D9F46D-E408-6711-CD35-9CA867F3274B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1D4327-8E34-9BF1-AB07-EE8D271A8E47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047F6D-D72B-2511-9240-9BFBBC1833E9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7B11F6C-7C47-F11D-C81F-08986FD73E93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7B11F6C-7C47-F11D-C81F-08986FD73E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9DD116A-32B9-C19F-4C71-F42F50AAC1AA}"/>
                  </a:ext>
                </a:extLst>
              </p:cNvPr>
              <p:cNvSpPr/>
              <p:nvPr/>
            </p:nvSpPr>
            <p:spPr>
              <a:xfrm>
                <a:off x="12336549" y="3476436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9DD116A-32B9-C19F-4C71-F42F50AAC1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6549" y="3476436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F07C0C-5EBD-FE9D-0E23-F61E48BB9BB6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78EE3C9-2F13-836A-C801-90F67F621BD2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AA412775-0D6E-4F93-9E5E-F8CA2C3CB6E8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6712671-33A5-FC04-1D59-A09CD3E3C3B3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6712671-33A5-FC04-1D59-A09CD3E3C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28F7367F-8F34-CB09-0ECA-2ACBF76AA1DC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3BC58E2-9941-23CC-D800-F0D669F37EAE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3BC58E2-9941-23CC-D800-F0D669F37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A6010CA-3F20-2332-3519-104E93BA7CC9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A6010CA-3F20-2332-3519-104E93BA7C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563A8DA-85AE-BA3F-28CB-663DEAA1B164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563A8DA-85AE-BA3F-28CB-663DEAA1B1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8656584-8FAC-3148-6C94-8C57F5FF06C8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8656584-8FAC-3148-6C94-8C57F5FF06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D502662-A4E9-5DCE-7023-59200EBBB2E8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7624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B0565-3104-2DA8-788E-CDF8FEE0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DE17E1-64A5-7501-C3DF-B17F9B11A75F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AABB9D9-E8AE-6F00-4B4D-BBCE4252CE79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D1229B-CD0B-9F4E-A4FB-EE1518CE51D5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01DD82F-A654-AD8E-6AAD-2D58048564EF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01DD82F-A654-AD8E-6AAD-2D58048564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AEB748B-2E09-A637-5065-6B0B09534DC1}"/>
                  </a:ext>
                </a:extLst>
              </p:cNvPr>
              <p:cNvSpPr/>
              <p:nvPr/>
            </p:nvSpPr>
            <p:spPr>
              <a:xfrm>
                <a:off x="12275816" y="5033772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AEB748B-2E09-A637-5065-6B0B09534D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5816" y="5033772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CB2D7FA-1137-071B-FF6A-5C75DB590BCA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4F48D3B-CD06-FF19-30AC-B08C33309142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74CE4464-209C-F5D8-7B26-F89F21737DBD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3B81148-2A24-9DCC-D217-5E8064E80922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3B81148-2A24-9DCC-D217-5E8064E80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B5F40576-B90C-63F7-81A1-2CF93D42EFC8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68240CE-C487-DB2B-0237-BB625BCB8426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68240CE-C487-DB2B-0237-BB625BCB8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DAC9868-AA7D-322E-43B0-18B48CCADBB3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DAC9868-AA7D-322E-43B0-18B48CCADB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4ABD3E8-D78A-196C-7682-04DE3834F401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4ABD3E8-D78A-196C-7682-04DE3834F4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E8F2945-4900-F046-8787-18144ED06798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E8F2945-4900-F046-8787-18144ED067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D3259A-9B5F-AD08-D4BA-8C729E464750}"/>
              </a:ext>
            </a:extLst>
          </p:cNvPr>
          <p:cNvCxnSpPr>
            <a:cxnSpLocks/>
          </p:cNvCxnSpPr>
          <p:nvPr/>
        </p:nvCxnSpPr>
        <p:spPr>
          <a:xfrm>
            <a:off x="13274860" y="5219700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C813E4-7643-7CD1-CF02-E83434C64729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5897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D5F35-E6A5-C243-A7D1-3EB728AD1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1468A97-E01E-A931-9075-CF1CF78908AD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A4DFB9-ACBA-CD67-3FCD-7A5AE9DEF678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0C04CE5-33FD-849F-DB7E-0588C82473BE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0140D37-FE90-3C8C-C773-7BE5CBC69A22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0140D37-FE90-3C8C-C773-7BE5CBC69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A9D3AD6-0099-92CD-FF71-7953C68F07F4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794C9F-E37B-4BBB-19DA-15A018AB82AD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72D03F57-F545-6D6E-156C-01E049EF5831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BDF557-43E5-9D58-BD78-AC36ADAF7B19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BDF557-43E5-9D58-BD78-AC36ADAF7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6791B84F-3846-E4E4-878B-BD83D11DA955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2D62EE8-0699-8A2F-F866-6DF54A95BEAF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2D62EE8-0699-8A2F-F866-6DF54A95B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82982219-4F6B-1238-8882-74AB8C67C21F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82982219-4F6B-1238-8882-74AB8C67C2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1DB433A-353B-3E83-C8A9-9D034F32636F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1DB433A-353B-3E83-C8A9-9D034F3263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43480E-ED86-DA72-ED40-587A31176109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43480E-ED86-DA72-ED40-587A31176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E133333-9893-F89B-00EC-3C3B84E81B2A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E133333-9893-F89B-00EC-3C3B84E81B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ACD43C-0B6E-29A1-D5DB-91E2402F25ED}"/>
              </a:ext>
            </a:extLst>
          </p:cNvPr>
          <p:cNvCxnSpPr>
            <a:cxnSpLocks/>
          </p:cNvCxnSpPr>
          <p:nvPr/>
        </p:nvCxnSpPr>
        <p:spPr>
          <a:xfrm>
            <a:off x="19265291" y="5219700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005F5E5-8A05-C9F6-8D2C-3C021A4589D4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7037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EAC77-F5F8-E882-50E7-83E9BC882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A554D4A-A4CA-2C40-9EEB-B46C96FDD4DA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64A21B-8B18-19DF-510A-4D38486823F5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55D43A-3707-0FA5-830C-23257196511C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524384A-31FD-8455-BC55-D16912B63C80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524384A-31FD-8455-BC55-D16912B63C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2737322-FA30-40B8-3AE3-2DB78DF889F3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2737322-FA30-40B8-3AE3-2DB78DF889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9849936-DB24-3640-ABDB-A35D1F4776F0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9849936-DB24-3640-ABDB-A35D1F4776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7794BD2-1BF2-0B22-4054-9EF650EC8E83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7794BD2-1BF2-0B22-4054-9EF650EC8E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8154F1C-E920-E435-71C0-52DA401F26CF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8154F1C-E920-E435-71C0-52DA401F26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0F796DB-DBAC-A460-C85B-2D4D45EB8282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B850DA-82D9-6822-186D-D3A3823A3F23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91FD47ED-E1D9-CCAD-B085-CB1B20975EE4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4438FE-0AD2-BE20-15FB-656024CEE779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4438FE-0AD2-BE20-15FB-656024CEE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0A65B4C8-2A49-69DC-9F05-BBF2EA51A9EC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017DF1A-026F-D212-AB8C-6AA6734A0322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017DF1A-026F-D212-AB8C-6AA6734A0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AEC3C52-448C-2658-B9F8-5E45769417DE}"/>
              </a:ext>
            </a:extLst>
          </p:cNvPr>
          <p:cNvCxnSpPr>
            <a:cxnSpLocks/>
          </p:cNvCxnSpPr>
          <p:nvPr/>
        </p:nvCxnSpPr>
        <p:spPr>
          <a:xfrm flipH="1">
            <a:off x="12093908" y="-14149053"/>
            <a:ext cx="6166451" cy="14149053"/>
          </a:xfrm>
          <a:prstGeom prst="straightConnector1">
            <a:avLst/>
          </a:prstGeom>
          <a:ln w="1809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E7CA28D-77C4-E3B9-E70C-D15CC36934B7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82484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8808C-1A0F-81A4-DB92-C0F2CDD83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FD46233-856C-5199-37AF-419CC2E1664F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20E725-00EB-B0CA-4C0D-C76A449598E9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F235E1-9AE5-413C-3EE4-6415C054B5D6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DC1A804-B9DD-E93B-4C61-384E881C2B32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DC1A804-B9DD-E93B-4C61-384E881C2B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145ADE5-7554-3AD0-7BA9-852AC7DF8B68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145ADE5-7554-3AD0-7BA9-852AC7DF8B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46886EC-0FFD-D267-AA9E-49F4D067598B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46886EC-0FFD-D267-AA9E-49F4D06759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C4BAA3-D6DC-C4D6-6C58-CA461709BC45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C4BAA3-D6DC-C4D6-6C58-CA461709BC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1327983-F974-55A3-5EEB-F4FC3572970A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1327983-F974-55A3-5EEB-F4FC35729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2B470AA-28F1-38EC-B718-2157CB346C6D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9FE9667-36BD-092B-2D1D-945C9EC37E4F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CF8B2F64-EB20-B8A1-4C3B-F4C91A0DCD7E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13ED4A5-4579-1CC9-7CE6-DF5F389F05AF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13ED4A5-4579-1CC9-7CE6-DF5F389F0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9DD86741-5118-4AFC-CAF6-610E20D7D070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240255-C90C-C60A-76D6-1C9C5A85D0CE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240255-C90C-C60A-76D6-1C9C5A85D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D22CE62-1E15-3EB7-A39A-39A5049C85B1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AF21BA-99B6-2E48-6F68-B3447E4F44B6}"/>
              </a:ext>
            </a:extLst>
          </p:cNvPr>
          <p:cNvCxnSpPr>
            <a:cxnSpLocks/>
          </p:cNvCxnSpPr>
          <p:nvPr/>
        </p:nvCxnSpPr>
        <p:spPr>
          <a:xfrm flipH="1">
            <a:off x="9010682" y="-7007569"/>
            <a:ext cx="6166451" cy="14149053"/>
          </a:xfrm>
          <a:prstGeom prst="straightConnector1">
            <a:avLst/>
          </a:prstGeom>
          <a:ln w="1809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783DEEB-CA0A-4FC4-EE85-54EE13B09457}"/>
              </a:ext>
            </a:extLst>
          </p:cNvPr>
          <p:cNvCxnSpPr>
            <a:cxnSpLocks/>
          </p:cNvCxnSpPr>
          <p:nvPr/>
        </p:nvCxnSpPr>
        <p:spPr>
          <a:xfrm flipV="1">
            <a:off x="6330354" y="1676744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95622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38843-6DEB-E4B7-DC68-F65AD9353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94FF3BD-72AA-1F6D-18AA-DDE42B00FD26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F411A70-2646-B975-CCF5-7D61364467D4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5F7367E-E860-0BDF-C8ED-EC2B61CBD415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A20921B-B9FA-7529-375F-85D7B1DEF9BC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A20921B-B9FA-7529-375F-85D7B1DEF9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72E4D37-6685-5F33-6B50-C15656AD35EB}"/>
                  </a:ext>
                </a:extLst>
              </p:cNvPr>
              <p:cNvSpPr/>
              <p:nvPr/>
            </p:nvSpPr>
            <p:spPr>
              <a:xfrm>
                <a:off x="8415279" y="2423199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72E4D37-6685-5F33-6B50-C15656AD35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5279" y="2423199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80455FE-11D6-9A7B-C097-6D322332FD4C}"/>
                  </a:ext>
                </a:extLst>
              </p:cNvPr>
              <p:cNvSpPr/>
              <p:nvPr/>
            </p:nvSpPr>
            <p:spPr>
              <a:xfrm>
                <a:off x="9480856" y="2423199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80455FE-11D6-9A7B-C097-6D322332FD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0856" y="2423199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B0EA6D2-DF0C-4575-E7B0-B5393177940A}"/>
                  </a:ext>
                </a:extLst>
              </p:cNvPr>
              <p:cNvSpPr/>
              <p:nvPr/>
            </p:nvSpPr>
            <p:spPr>
              <a:xfrm>
                <a:off x="10584831" y="2432799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B0EA6D2-DF0C-4575-E7B0-B539317794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4831" y="2432799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E0E297A0-5500-9F3B-836B-5167FBE1A62D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E0E297A0-5500-9F3B-836B-5167FBE1A6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4819443-5FC8-4392-D864-29473C232CA5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369CD55-1A18-5410-3198-996009D559CC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48EFD97A-F53A-A9A8-D5E9-ED9159E967B1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8E758B4-A3E3-0965-BB30-DC7C6BE8BC2E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8E758B4-A3E3-0965-BB30-DC7C6BE8B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75E23976-54E7-F187-ACCD-507962B65974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10EF6DF-661A-B294-9F56-FAF81DD8C3AB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10EF6DF-661A-B294-9F56-FAF81DD8C3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EB1028E-6128-EB20-A686-CE0108589779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7494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43058-B741-D44C-FDE9-D16723503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B1352B-9E2C-DFB8-D3DD-4FC542DC4E3D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CEA3B8-34FD-020B-E393-BE3B658BD01B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05E93C-9530-96C8-2C1F-A47937AC6DF1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C320DA3-7F9F-E825-FF7E-7A921D4B2C82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C320DA3-7F9F-E825-FF7E-7A921D4B2C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080D8BF-EC3D-5732-277A-2976C747CD70}"/>
                  </a:ext>
                </a:extLst>
              </p:cNvPr>
              <p:cNvSpPr/>
              <p:nvPr/>
            </p:nvSpPr>
            <p:spPr>
              <a:xfrm>
                <a:off x="11520469" y="347769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080D8BF-EC3D-5732-277A-2976C747CD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0469" y="347769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DCBBF81-4032-73B4-CF1E-A9DCD152D284}"/>
                  </a:ext>
                </a:extLst>
              </p:cNvPr>
              <p:cNvSpPr/>
              <p:nvPr/>
            </p:nvSpPr>
            <p:spPr>
              <a:xfrm>
                <a:off x="12586046" y="347769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DCBBF81-4032-73B4-CF1E-A9DCD152D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86046" y="347769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84FE6A2-631C-41E4-F040-2FDBADF325CB}"/>
                  </a:ext>
                </a:extLst>
              </p:cNvPr>
              <p:cNvSpPr/>
              <p:nvPr/>
            </p:nvSpPr>
            <p:spPr>
              <a:xfrm>
                <a:off x="13690021" y="348729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84FE6A2-631C-41E4-F040-2FDBADF325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0021" y="348729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4ACE710-6F1C-58CD-B618-8ED9349F34A4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384880-0E1E-D688-0899-8932D2F5C806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12BCD906-B6F3-6ED0-BAFE-0F536684B98D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528DE00-D781-C4D3-1936-1878E13136AE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528DE00-D781-C4D3-1936-1878E1313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B0ABF122-4F7C-8E6C-14ED-9A5A1B29E7C8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4F77668-97A0-BF0B-FA73-FB85C5DB1DF9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4F77668-97A0-BF0B-FA73-FB85C5DB1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123071C-3DB3-910F-ABD8-5DBB852A50B7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CCA26A9-CA96-1678-E00D-FE38BA792B66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CCA26A9-CA96-1678-E00D-FE38BA792B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98169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4BBAB-A1C8-0744-88A2-65C8E6C5A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9AE52FD-599D-236E-E8C1-443989CAB5CC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95CF58F-D99C-0961-C9E1-8D1CBF7290F6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64959E-FFFA-06B2-B8FB-3FAE27548889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9E35905-AB3D-6744-04D9-C1451D17F404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9E35905-AB3D-6744-04D9-C1451D17F4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0CA7B4D-A52E-9B62-8892-65821999E1A7}"/>
                  </a:ext>
                </a:extLst>
              </p:cNvPr>
              <p:cNvSpPr/>
              <p:nvPr/>
            </p:nvSpPr>
            <p:spPr>
              <a:xfrm>
                <a:off x="11520469" y="5074267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0CA7B4D-A52E-9B62-8892-65821999E1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0469" y="5074267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9FB788E-2EB2-4BB7-4456-29FEAD8B7A12}"/>
                  </a:ext>
                </a:extLst>
              </p:cNvPr>
              <p:cNvSpPr/>
              <p:nvPr/>
            </p:nvSpPr>
            <p:spPr>
              <a:xfrm>
                <a:off x="12586046" y="5074267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9FB788E-2EB2-4BB7-4456-29FEAD8B7A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86046" y="5074267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9AF6CD9-7384-5D50-A5BA-58E2724C655D}"/>
                  </a:ext>
                </a:extLst>
              </p:cNvPr>
              <p:cNvSpPr/>
              <p:nvPr/>
            </p:nvSpPr>
            <p:spPr>
              <a:xfrm>
                <a:off x="13690021" y="5083867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9AF6CD9-7384-5D50-A5BA-58E2724C6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0021" y="5083867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30E951E-5C31-4278-077D-8A9801D7463D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195D179-BE31-788A-87DC-49B3B70FE784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DC4B8649-CBD5-7ABE-5424-068065A1E6D0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EE6E5DD-236E-F1E0-EED3-01E981F4C03B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EE6E5DD-236E-F1E0-EED3-01E981F4C0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58B1852A-7C55-08EA-0E87-1BC14E8F13DB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D8DF5D2-4267-4C60-63CC-7AEC94F3CC6C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D8DF5D2-4267-4C60-63CC-7AEC94F3C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4BB70E2-CED4-BA2D-1231-B537AEBA7627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82BD05F-25BB-B947-C415-5E05B131A530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82BD05F-25BB-B947-C415-5E05B131A5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7F0EB94-93B9-298F-B7AF-79E90C7654BA}"/>
              </a:ext>
            </a:extLst>
          </p:cNvPr>
          <p:cNvCxnSpPr>
            <a:cxnSpLocks/>
          </p:cNvCxnSpPr>
          <p:nvPr/>
        </p:nvCxnSpPr>
        <p:spPr>
          <a:xfrm>
            <a:off x="13274860" y="5219700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86DE70-3378-762A-8293-407030D9C672}"/>
              </a:ext>
            </a:extLst>
          </p:cNvPr>
          <p:cNvCxnSpPr>
            <a:cxnSpLocks/>
          </p:cNvCxnSpPr>
          <p:nvPr/>
        </p:nvCxnSpPr>
        <p:spPr>
          <a:xfrm>
            <a:off x="13296632" y="4704444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4982F9-4311-5210-8018-488C649C30D0}"/>
              </a:ext>
            </a:extLst>
          </p:cNvPr>
          <p:cNvCxnSpPr>
            <a:cxnSpLocks/>
          </p:cNvCxnSpPr>
          <p:nvPr/>
        </p:nvCxnSpPr>
        <p:spPr>
          <a:xfrm>
            <a:off x="13361948" y="5756729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75593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54B71-89C1-B779-FAA1-D589E92E8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58CBF75-9E22-4735-5448-EDF825588387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9EC64D-C213-06E9-04A2-97E777FB30C2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28BFEE-CAC6-9C98-BC21-262501862B63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63D0DC7-DC75-F9E8-B569-D45D90D011E0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63D0DC7-DC75-F9E8-B569-D45D90D011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709D49-556F-C84E-920C-9603A65D48FC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DE5212DB-71DA-3C96-084E-E2772F9C0126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36B2030-12C6-48DF-2EF6-673C90D8A75E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36B2030-12C6-48DF-2EF6-673C90D8A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5209C4DC-AD92-8198-EDE9-186D2DE73D26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42DD35F-F11B-A32E-5062-0A00176DD1F0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42DD35F-F11B-A32E-5062-0A00176DD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8297807-0156-2630-B726-918B3E50A07D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A0E33F-73C7-A4B2-B7F9-66AE49094939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A0E33F-73C7-A4B2-B7F9-66AE490949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3DEDCC1-0377-6AC8-20C9-2579B7F67ED0}"/>
              </a:ext>
            </a:extLst>
          </p:cNvPr>
          <p:cNvCxnSpPr>
            <a:cxnSpLocks/>
          </p:cNvCxnSpPr>
          <p:nvPr/>
        </p:nvCxnSpPr>
        <p:spPr>
          <a:xfrm>
            <a:off x="19216304" y="5219700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6AA2283-07D9-92F6-6947-BDC52CDEDD26}"/>
              </a:ext>
            </a:extLst>
          </p:cNvPr>
          <p:cNvCxnSpPr>
            <a:cxnSpLocks/>
          </p:cNvCxnSpPr>
          <p:nvPr/>
        </p:nvCxnSpPr>
        <p:spPr>
          <a:xfrm>
            <a:off x="19238076" y="4704444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C86ED3-D073-76E5-83FF-0D5BB14325E4}"/>
              </a:ext>
            </a:extLst>
          </p:cNvPr>
          <p:cNvCxnSpPr>
            <a:cxnSpLocks/>
          </p:cNvCxnSpPr>
          <p:nvPr/>
        </p:nvCxnSpPr>
        <p:spPr>
          <a:xfrm>
            <a:off x="19303392" y="5756729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46F83F1-DEAF-34C8-AE6C-ED5F8B4A3941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46F83F1-DEAF-34C8-AE6C-ED5F8B4A39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168C5BD-C094-F1C7-B92D-263C24A653A9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168C5BD-C094-F1C7-B92D-263C24A653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F7158A2-37C3-C9EC-013B-F00570936643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F7158A2-37C3-C9EC-013B-F005709366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5E5537-4313-FF3A-653F-4BAF6D6212D7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5338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3E37D-891F-6056-EC92-95092459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80AFC0-04A7-5809-D21F-C59A28F40433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C007AF5-B5C7-8326-2C45-3000B47EDF8C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7AF930-97FC-9051-8469-A504189B39E1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061838-F07E-1CD0-A715-AF0489E25030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B0AE06F-79B9-1679-44D4-5A0E8F3A0390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B0AE06F-79B9-1679-44D4-5A0E8F3A03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100496D-03F3-12CC-99F0-CFD6B917AAB2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100496D-03F3-12CC-99F0-CFD6B917AA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5005498-CB3D-7E0A-613D-850CBAA84466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5005498-CB3D-7E0A-613D-850CBAA844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AFBDAA3-82D3-38BA-9276-81A54269494C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AFBDAA3-82D3-38BA-9276-81A5426949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5ED7FD2-8C4A-E996-EAF2-A2F9535A3149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5ED7FD2-8C4A-E996-EAF2-A2F9535A31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B91F57-B5A7-FA9E-8F5B-C2FC9054CD5D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1736684-E581-49C3-FED1-36364B56A649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54C11F9F-DB46-0295-7BAE-C35E2856DFEF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A0D7A10-2811-DC8E-099F-58F5CCFF7DC4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A0D7A10-2811-DC8E-099F-58F5CCFF7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C01A6A24-6E37-5509-79A1-5B520C10838F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FB169D0-1CE5-68EE-09E2-E23313630F27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FB169D0-1CE5-68EE-09E2-E23313630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0F2229E-2AA1-F703-96C4-99D5B09FD2DB}"/>
              </a:ext>
            </a:extLst>
          </p:cNvPr>
          <p:cNvCxnSpPr>
            <a:cxnSpLocks/>
          </p:cNvCxnSpPr>
          <p:nvPr/>
        </p:nvCxnSpPr>
        <p:spPr>
          <a:xfrm flipH="1">
            <a:off x="12093908" y="-14149053"/>
            <a:ext cx="6166451" cy="141490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21B8B5C-30AA-9EC9-E14A-22FE11287580}"/>
              </a:ext>
            </a:extLst>
          </p:cNvPr>
          <p:cNvCxnSpPr>
            <a:cxnSpLocks/>
          </p:cNvCxnSpPr>
          <p:nvPr/>
        </p:nvCxnSpPr>
        <p:spPr>
          <a:xfrm flipV="1">
            <a:off x="6330356" y="1676746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373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7c354b2-85b0-47f5-b222-07b48d774ee3}" enabled="0" method="" siteId="{37c354b2-85b0-47f5-b222-07b48d774ee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435</TotalTime>
  <Words>333</Words>
  <Application>Microsoft Office PowerPoint</Application>
  <PresentationFormat>Custom</PresentationFormat>
  <Paragraphs>305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BUNYAN, Jack (NHS HUMBER HEALTH PARTNERSHIP - RWA)</dc:creator>
  <cp:lastModifiedBy>BUNYAN, Jack (NHS HUMBER HEALTH PARTNERSHIP - RWA)</cp:lastModifiedBy>
  <cp:revision>1</cp:revision>
  <dcterms:created xsi:type="dcterms:W3CDTF">2026-07-07T08:26:10Z</dcterms:created>
  <dcterms:modified xsi:type="dcterms:W3CDTF">2026-07-07T15:42:05Z</dcterms:modified>
</cp:coreProperties>
</file>