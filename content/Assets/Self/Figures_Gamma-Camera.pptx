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8C66EF-1635-4A56-83AD-9D087C169E7A}" v="3" dt="2026-07-07T10:33:30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NYAN, Jack (NHS HUMBER HEALTH PARTNERSHIP - RWA)" userId="cc86845f-be38-43df-904e-f1295fc07ff6" providerId="ADAL" clId="{203D993B-4EA0-4727-B616-4A4EDAEC11B2}"/>
    <pc:docChg chg="custSel addSld modSld">
      <pc:chgData name="BUNYAN, Jack (NHS HUMBER HEALTH PARTNERSHIP - RWA)" userId="cc86845f-be38-43df-904e-f1295fc07ff6" providerId="ADAL" clId="{203D993B-4EA0-4727-B616-4A4EDAEC11B2}" dt="2026-07-07T10:33:45.052" v="48" actId="1037"/>
      <pc:docMkLst>
        <pc:docMk/>
      </pc:docMkLst>
      <pc:sldChg chg="addSp delSp modSp new mod">
        <pc:chgData name="BUNYAN, Jack (NHS HUMBER HEALTH PARTNERSHIP - RWA)" userId="cc86845f-be38-43df-904e-f1295fc07ff6" providerId="ADAL" clId="{203D993B-4EA0-4727-B616-4A4EDAEC11B2}" dt="2026-07-07T10:33:45.052" v="48" actId="1037"/>
        <pc:sldMkLst>
          <pc:docMk/>
          <pc:sldMk cId="1809686048" sldId="257"/>
        </pc:sldMkLst>
        <pc:spChg chg="del">
          <ac:chgData name="BUNYAN, Jack (NHS HUMBER HEALTH PARTNERSHIP - RWA)" userId="cc86845f-be38-43df-904e-f1295fc07ff6" providerId="ADAL" clId="{203D993B-4EA0-4727-B616-4A4EDAEC11B2}" dt="2026-07-07T10:32:33.383" v="1" actId="478"/>
          <ac:spMkLst>
            <pc:docMk/>
            <pc:sldMk cId="1809686048" sldId="257"/>
            <ac:spMk id="2" creationId="{54AEDC10-4871-D4FA-E201-E13D74C3703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0:32:33.383" v="1" actId="478"/>
          <ac:spMkLst>
            <pc:docMk/>
            <pc:sldMk cId="1809686048" sldId="257"/>
            <ac:spMk id="3" creationId="{62003EFF-6254-33FE-2561-9DF4A736F209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0:32:56.492" v="33" actId="1582"/>
          <ac:cxnSpMkLst>
            <pc:docMk/>
            <pc:sldMk cId="1809686048" sldId="257"/>
            <ac:cxnSpMk id="5" creationId="{3165D564-760F-C86C-A424-A32583C29A58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0:33:45.052" v="48" actId="1037"/>
          <ac:cxnSpMkLst>
            <pc:docMk/>
            <pc:sldMk cId="1809686048" sldId="257"/>
            <ac:cxnSpMk id="6" creationId="{29D0C014-E233-FA34-6ADA-A1C326E969D7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0:33:18.598" v="37" actId="1076"/>
          <ac:cxnSpMkLst>
            <pc:docMk/>
            <pc:sldMk cId="1809686048" sldId="257"/>
            <ac:cxnSpMk id="9" creationId="{18830C68-2501-0A9F-6D5B-709EB446BA2B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0:33:21.753" v="39" actId="1076"/>
          <ac:cxnSpMkLst>
            <pc:docMk/>
            <pc:sldMk cId="1809686048" sldId="257"/>
            <ac:cxnSpMk id="10" creationId="{54C2CE58-B1B8-B487-F0AC-A7739467FD2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BD6EF-F015-DD8A-616B-9772EE012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4CA0F-B740-BA1F-35EC-24AEA0F5A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37836-9BC6-738D-AF53-4BAB85BCE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D3FDF-4AAD-A12C-345B-E152869F2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9F8AA-0F79-9EBD-0CC4-384A27028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0408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945DA-4348-051C-F6FE-A3BC6467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D77CF-7D87-7F2E-906F-3AB419106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8973D-C311-31BF-15B1-F84CFE3D9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2D7FD-6D4B-FC3D-13AB-E4B63C1D4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96615-8E53-86E6-5AC4-EC53BE911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8350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5DF0F-D8DB-746E-2B2A-4EDFD3FC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AF1782-DDA4-9161-0029-C2E8A3BED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625E8-BC28-EA5E-F51F-21F1B1365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04610-7754-EF29-D4AF-9E87C1E0A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65A3D-DA69-067D-891A-A7B47418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926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D24D4-0BF3-03B1-15DE-3DCEB358B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1B5B-ADF2-A57C-ED5A-C6C66F942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A58C38-BC93-535D-DC57-E0F77A4501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4B905-432A-1FF5-9BEE-2D13D6135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2150F-CA45-F9B1-156F-873219B1E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EDE35-4714-AE9E-1F59-179DD61D1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61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8908-E471-4DB8-A2CB-540E30F7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7E61D-2CD5-9A9C-0697-A2B07972F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454657-4765-4B24-5F86-6622B6E660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CA557-C4ED-D14C-DE25-69CA9EA8F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39694-BC96-7090-CA3F-F1404E8A5C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072AFF-309C-AAD6-6F08-F46BB2F7F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EEB399-A9E6-B11D-BE19-3BCDF792B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5FE6E6-CFE0-B03D-F285-0495F6C2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705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9E0E2-2EF4-F200-0690-4C839B6A6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EBD111-8C9A-2CAD-D6B1-4F348D2D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32474F-1CC4-098F-B19F-F82020339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4505E5-9511-BAE1-3E07-FF70142BA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590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2BA97A-5C5C-3379-F735-68C33CAF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BCAB19-B5D7-51DF-DFA8-7C592C07A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A305B-A73D-0E83-2428-A62978BF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8148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3646F-1E32-6FD3-DB70-9C7A76ABE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D2CBD-BFF2-4E28-1CCB-29D800D5F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7BE314-7CBF-EFF3-C87C-763E81B1E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E9202C-23F0-3949-913A-EAB121CB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64EDC-D53A-E2FF-DEE6-9CB9C2FF7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0153A7-FD01-5D76-1396-F788B689D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8981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4446-AB09-0EB7-06ED-AEC48CEA2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EEFB9-2858-6A28-5360-20582F7222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E52C9A-F525-A1EC-3812-8C936701E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EA77A7-2D25-1195-6A1D-B09DEC09E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3F4A9-7586-49A1-E0CB-FBA2D6259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557954-C564-7722-5DC2-A3F3026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89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F2169-F992-EBBE-7C94-ACA390044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432EC2-132D-A0A5-E4CD-B73672AB5B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B0682-0AD6-AA95-1EB0-2AF8E54EA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5DD00-B802-7ADC-736A-2E927645D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C1806-9D23-761D-3E33-9C7785F0F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996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9826F6-3D52-48A7-5F2D-98568A5BEA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AF5AE-8B9E-54B6-279D-7A5064433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BD722-73BD-FF53-23F8-FCF23BC24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3ABC5-DB27-258C-98CD-FD2C6E1A5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879A6-7575-EFDF-0253-5083E02C2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951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F16CAC-72C7-86F1-5D82-6078E8965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2E99B-281B-BDA3-8E53-4045E0702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E4CE9-7C79-8265-8F83-A8CD4FD04B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F4BA9-5F10-E023-492E-223D2B696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69D0D-1E67-290F-4D3A-8F6AE5B04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225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95">
            <a:extLst>
              <a:ext uri="{FF2B5EF4-FFF2-40B4-BE49-F238E27FC236}">
                <a16:creationId xmlns:a16="http://schemas.microsoft.com/office/drawing/2014/main" id="{A09CCBAF-DCB6-E385-DADF-8225B3D4499C}"/>
              </a:ext>
            </a:extLst>
          </p:cNvPr>
          <p:cNvSpPr/>
          <p:nvPr/>
        </p:nvSpPr>
        <p:spPr>
          <a:xfrm>
            <a:off x="2679192" y="923544"/>
            <a:ext cx="5687568" cy="47457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DE3A45D-72EE-D85D-667F-9F34756500F4}"/>
              </a:ext>
            </a:extLst>
          </p:cNvPr>
          <p:cNvSpPr/>
          <p:nvPr/>
        </p:nvSpPr>
        <p:spPr>
          <a:xfrm>
            <a:off x="2779776" y="2670048"/>
            <a:ext cx="5480304" cy="17556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578B46-C197-7A77-A295-671B26905C7C}"/>
              </a:ext>
            </a:extLst>
          </p:cNvPr>
          <p:cNvSpPr/>
          <p:nvPr/>
        </p:nvSpPr>
        <p:spPr>
          <a:xfrm>
            <a:off x="2779776" y="1014984"/>
            <a:ext cx="5480304" cy="93268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AAEE5D-C59A-5B1F-D930-FCBEAA0E09C8}"/>
              </a:ext>
            </a:extLst>
          </p:cNvPr>
          <p:cNvSpPr/>
          <p:nvPr/>
        </p:nvSpPr>
        <p:spPr>
          <a:xfrm>
            <a:off x="2880360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E505CA-48FE-6363-BD57-845094D3F019}"/>
              </a:ext>
            </a:extLst>
          </p:cNvPr>
          <p:cNvSpPr/>
          <p:nvPr/>
        </p:nvSpPr>
        <p:spPr>
          <a:xfrm>
            <a:off x="3078480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F70BB3-6703-16B4-46C2-933A87D85182}"/>
              </a:ext>
            </a:extLst>
          </p:cNvPr>
          <p:cNvSpPr/>
          <p:nvPr/>
        </p:nvSpPr>
        <p:spPr>
          <a:xfrm>
            <a:off x="3285744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44AF21-490D-9B35-C21D-082263ADFAF7}"/>
              </a:ext>
            </a:extLst>
          </p:cNvPr>
          <p:cNvSpPr/>
          <p:nvPr/>
        </p:nvSpPr>
        <p:spPr>
          <a:xfrm>
            <a:off x="3477768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03B210-BDB9-1815-0764-DD83F83FE2E3}"/>
              </a:ext>
            </a:extLst>
          </p:cNvPr>
          <p:cNvSpPr/>
          <p:nvPr/>
        </p:nvSpPr>
        <p:spPr>
          <a:xfrm>
            <a:off x="3685032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F8622D-AEE9-E4B2-8762-01B984242D93}"/>
              </a:ext>
            </a:extLst>
          </p:cNvPr>
          <p:cNvSpPr/>
          <p:nvPr/>
        </p:nvSpPr>
        <p:spPr>
          <a:xfrm>
            <a:off x="3867912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B1C5AB-C6EB-78BB-9060-C8CB290AEBF2}"/>
              </a:ext>
            </a:extLst>
          </p:cNvPr>
          <p:cNvSpPr/>
          <p:nvPr/>
        </p:nvSpPr>
        <p:spPr>
          <a:xfrm>
            <a:off x="4075176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0D1B17-D76C-D5E3-5548-6F007EDCEA24}"/>
              </a:ext>
            </a:extLst>
          </p:cNvPr>
          <p:cNvSpPr/>
          <p:nvPr/>
        </p:nvSpPr>
        <p:spPr>
          <a:xfrm>
            <a:off x="4267200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1CF425-3844-C8AE-D06B-3EE3A9FA9F46}"/>
              </a:ext>
            </a:extLst>
          </p:cNvPr>
          <p:cNvSpPr/>
          <p:nvPr/>
        </p:nvSpPr>
        <p:spPr>
          <a:xfrm>
            <a:off x="4474464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2B0D60B-7014-6B96-57A1-F033F5A5ED5F}"/>
              </a:ext>
            </a:extLst>
          </p:cNvPr>
          <p:cNvSpPr/>
          <p:nvPr/>
        </p:nvSpPr>
        <p:spPr>
          <a:xfrm>
            <a:off x="4672584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87A4B1-0A8B-A130-497D-435940141A9E}"/>
              </a:ext>
            </a:extLst>
          </p:cNvPr>
          <p:cNvSpPr/>
          <p:nvPr/>
        </p:nvSpPr>
        <p:spPr>
          <a:xfrm>
            <a:off x="4879848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12C791A-ECC1-1C83-632C-BC77D1F78355}"/>
              </a:ext>
            </a:extLst>
          </p:cNvPr>
          <p:cNvSpPr/>
          <p:nvPr/>
        </p:nvSpPr>
        <p:spPr>
          <a:xfrm>
            <a:off x="5071872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14992D1-65EA-C239-A658-E502A768E52D}"/>
              </a:ext>
            </a:extLst>
          </p:cNvPr>
          <p:cNvSpPr/>
          <p:nvPr/>
        </p:nvSpPr>
        <p:spPr>
          <a:xfrm>
            <a:off x="5279136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F591CF1-28D4-C118-093C-9EA3BB5B4FAE}"/>
              </a:ext>
            </a:extLst>
          </p:cNvPr>
          <p:cNvSpPr/>
          <p:nvPr/>
        </p:nvSpPr>
        <p:spPr>
          <a:xfrm>
            <a:off x="5462016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330559-0062-A8A9-AD36-D9141DF745F3}"/>
              </a:ext>
            </a:extLst>
          </p:cNvPr>
          <p:cNvSpPr/>
          <p:nvPr/>
        </p:nvSpPr>
        <p:spPr>
          <a:xfrm>
            <a:off x="5669280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DBF2D7-06B9-89DA-45A9-8C5C3BA3264F}"/>
              </a:ext>
            </a:extLst>
          </p:cNvPr>
          <p:cNvSpPr/>
          <p:nvPr/>
        </p:nvSpPr>
        <p:spPr>
          <a:xfrm>
            <a:off x="5861304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DEFAF7-530F-746A-CA59-DE77AE4B85E0}"/>
              </a:ext>
            </a:extLst>
          </p:cNvPr>
          <p:cNvSpPr/>
          <p:nvPr/>
        </p:nvSpPr>
        <p:spPr>
          <a:xfrm>
            <a:off x="6068568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6532B52-E907-8656-A16E-13DB373C2DB6}"/>
              </a:ext>
            </a:extLst>
          </p:cNvPr>
          <p:cNvSpPr/>
          <p:nvPr/>
        </p:nvSpPr>
        <p:spPr>
          <a:xfrm>
            <a:off x="6266688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AE0F5FE-0F17-85B7-90EE-0A4EEEFD8754}"/>
              </a:ext>
            </a:extLst>
          </p:cNvPr>
          <p:cNvSpPr/>
          <p:nvPr/>
        </p:nvSpPr>
        <p:spPr>
          <a:xfrm>
            <a:off x="6473952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38D2390-F4EE-689C-12EB-8368C63B6442}"/>
              </a:ext>
            </a:extLst>
          </p:cNvPr>
          <p:cNvSpPr/>
          <p:nvPr/>
        </p:nvSpPr>
        <p:spPr>
          <a:xfrm>
            <a:off x="6665976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0A13888-08D2-21C9-93F7-6A58C13F9F78}"/>
              </a:ext>
            </a:extLst>
          </p:cNvPr>
          <p:cNvSpPr/>
          <p:nvPr/>
        </p:nvSpPr>
        <p:spPr>
          <a:xfrm>
            <a:off x="6873240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893730C-F5A9-2C3D-62BB-437E8891FD74}"/>
              </a:ext>
            </a:extLst>
          </p:cNvPr>
          <p:cNvSpPr/>
          <p:nvPr/>
        </p:nvSpPr>
        <p:spPr>
          <a:xfrm>
            <a:off x="7056120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C441E19-002E-05DE-B69A-0BCCFB3B5D47}"/>
              </a:ext>
            </a:extLst>
          </p:cNvPr>
          <p:cNvSpPr/>
          <p:nvPr/>
        </p:nvSpPr>
        <p:spPr>
          <a:xfrm>
            <a:off x="7263384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CEB45D3-228D-1E05-0224-2D307D4A3C6C}"/>
              </a:ext>
            </a:extLst>
          </p:cNvPr>
          <p:cNvSpPr/>
          <p:nvPr/>
        </p:nvSpPr>
        <p:spPr>
          <a:xfrm>
            <a:off x="7455408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7326CEC-8962-E34C-4EE4-65CF69FF02CF}"/>
              </a:ext>
            </a:extLst>
          </p:cNvPr>
          <p:cNvSpPr/>
          <p:nvPr/>
        </p:nvSpPr>
        <p:spPr>
          <a:xfrm>
            <a:off x="7662672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1AE6375-B216-F450-B203-2DAAF7D90C1F}"/>
              </a:ext>
            </a:extLst>
          </p:cNvPr>
          <p:cNvSpPr/>
          <p:nvPr/>
        </p:nvSpPr>
        <p:spPr>
          <a:xfrm>
            <a:off x="7860792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F2E9859-531F-FD58-F1A8-CF739CC003BC}"/>
              </a:ext>
            </a:extLst>
          </p:cNvPr>
          <p:cNvSpPr/>
          <p:nvPr/>
        </p:nvSpPr>
        <p:spPr>
          <a:xfrm>
            <a:off x="8068056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33950FA-03E0-DFDA-39C6-A893C5EE231D}"/>
              </a:ext>
            </a:extLst>
          </p:cNvPr>
          <p:cNvSpPr/>
          <p:nvPr/>
        </p:nvSpPr>
        <p:spPr>
          <a:xfrm>
            <a:off x="2779776" y="1981200"/>
            <a:ext cx="5480304" cy="64312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C91EE47-F056-68A7-0729-317C71B9B4F7}"/>
              </a:ext>
            </a:extLst>
          </p:cNvPr>
          <p:cNvSpPr/>
          <p:nvPr/>
        </p:nvSpPr>
        <p:spPr>
          <a:xfrm>
            <a:off x="3078480" y="2752344"/>
            <a:ext cx="606552" cy="16002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7894E62C-ECCB-ABB1-F56D-19B1417BF5B5}"/>
              </a:ext>
            </a:extLst>
          </p:cNvPr>
          <p:cNvSpPr/>
          <p:nvPr/>
        </p:nvSpPr>
        <p:spPr>
          <a:xfrm>
            <a:off x="5216652" y="2752344"/>
            <a:ext cx="606552" cy="16002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39CF7E7-E610-EA9A-83A1-482D587F24CB}"/>
              </a:ext>
            </a:extLst>
          </p:cNvPr>
          <p:cNvSpPr/>
          <p:nvPr/>
        </p:nvSpPr>
        <p:spPr>
          <a:xfrm>
            <a:off x="7354824" y="2746248"/>
            <a:ext cx="606552" cy="16002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0401A072-91BD-25C1-FDFD-0838326834F0}"/>
              </a:ext>
            </a:extLst>
          </p:cNvPr>
          <p:cNvCxnSpPr>
            <a:cxnSpLocks/>
            <a:stCxn id="86" idx="2"/>
          </p:cNvCxnSpPr>
          <p:nvPr/>
        </p:nvCxnSpPr>
        <p:spPr>
          <a:xfrm rot="16200000" flipH="1">
            <a:off x="3960114" y="3774186"/>
            <a:ext cx="1024128" cy="218084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02F330B9-0A4F-7BD3-1570-F597709BD834}"/>
              </a:ext>
            </a:extLst>
          </p:cNvPr>
          <p:cNvCxnSpPr>
            <a:cxnSpLocks/>
          </p:cNvCxnSpPr>
          <p:nvPr/>
        </p:nvCxnSpPr>
        <p:spPr>
          <a:xfrm rot="5400000">
            <a:off x="6098286" y="3815143"/>
            <a:ext cx="1024129" cy="209550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DFBE81C-FCDB-9EE1-3B2C-1A5BFF9CD599}"/>
              </a:ext>
            </a:extLst>
          </p:cNvPr>
          <p:cNvSpPr/>
          <p:nvPr/>
        </p:nvSpPr>
        <p:spPr>
          <a:xfrm>
            <a:off x="5379720" y="5607050"/>
            <a:ext cx="289560" cy="120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17755D1-4122-6082-7B0E-C4FA94A9BDAC}"/>
              </a:ext>
            </a:extLst>
          </p:cNvPr>
          <p:cNvCxnSpPr>
            <a:cxnSpLocks/>
            <a:stCxn id="96" idx="2"/>
            <a:endCxn id="88" idx="2"/>
          </p:cNvCxnSpPr>
          <p:nvPr/>
        </p:nvCxnSpPr>
        <p:spPr>
          <a:xfrm rot="5400000" flipH="1">
            <a:off x="4863084" y="5009388"/>
            <a:ext cx="1316736" cy="3048"/>
          </a:xfrm>
          <a:prstGeom prst="bentConnector3">
            <a:avLst>
              <a:gd name="adj1" fmla="val -1736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A633684-8B5D-2206-15F7-ED3E7061D194}"/>
              </a:ext>
            </a:extLst>
          </p:cNvPr>
          <p:cNvSpPr txBox="1"/>
          <p:nvPr/>
        </p:nvSpPr>
        <p:spPr>
          <a:xfrm>
            <a:off x="2880360" y="1011936"/>
            <a:ext cx="5288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solidFill>
                  <a:schemeClr val="bg1"/>
                </a:solidFill>
              </a:rPr>
              <a:t>Collimator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BEE7985-85CC-A9F6-1226-D26444D8A1C2}"/>
              </a:ext>
            </a:extLst>
          </p:cNvPr>
          <p:cNvSpPr txBox="1"/>
          <p:nvPr/>
        </p:nvSpPr>
        <p:spPr>
          <a:xfrm>
            <a:off x="2837253" y="1868397"/>
            <a:ext cx="5288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bg1"/>
                </a:solidFill>
              </a:rPr>
              <a:t>Crystal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E24AB72-E6B1-F750-AFF9-7A37E22A8C10}"/>
              </a:ext>
            </a:extLst>
          </p:cNvPr>
          <p:cNvSpPr txBox="1"/>
          <p:nvPr/>
        </p:nvSpPr>
        <p:spPr>
          <a:xfrm rot="16200000">
            <a:off x="2900718" y="3038516"/>
            <a:ext cx="5288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solidFill>
                  <a:schemeClr val="bg1"/>
                </a:solidFill>
              </a:rPr>
              <a:t>PMT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91654EB-186B-4899-C448-A753868FD6C1}"/>
              </a:ext>
            </a:extLst>
          </p:cNvPr>
          <p:cNvSpPr txBox="1"/>
          <p:nvPr/>
        </p:nvSpPr>
        <p:spPr>
          <a:xfrm>
            <a:off x="2779776" y="4576826"/>
            <a:ext cx="5288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/>
              <a:t>Electronics</a:t>
            </a:r>
          </a:p>
        </p:txBody>
      </p:sp>
    </p:spTree>
    <p:extLst>
      <p:ext uri="{BB962C8B-B14F-4D97-AF65-F5344CB8AC3E}">
        <p14:creationId xmlns:p14="http://schemas.microsoft.com/office/powerpoint/2010/main" val="1610676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65D564-760F-C86C-A424-A32583C29A58}"/>
              </a:ext>
            </a:extLst>
          </p:cNvPr>
          <p:cNvCxnSpPr/>
          <p:nvPr/>
        </p:nvCxnSpPr>
        <p:spPr>
          <a:xfrm flipV="1">
            <a:off x="1088136" y="301752"/>
            <a:ext cx="0" cy="55778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D0C014-E233-FA34-6ADA-A1C326E969D7}"/>
              </a:ext>
            </a:extLst>
          </p:cNvPr>
          <p:cNvCxnSpPr>
            <a:cxnSpLocks/>
          </p:cNvCxnSpPr>
          <p:nvPr/>
        </p:nvCxnSpPr>
        <p:spPr>
          <a:xfrm>
            <a:off x="1048512" y="5858256"/>
            <a:ext cx="8333232" cy="0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830C68-2501-0A9F-6D5B-709EB446BA2B}"/>
              </a:ext>
            </a:extLst>
          </p:cNvPr>
          <p:cNvCxnSpPr/>
          <p:nvPr/>
        </p:nvCxnSpPr>
        <p:spPr>
          <a:xfrm>
            <a:off x="1618488" y="4151376"/>
            <a:ext cx="7370064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C2CE58-B1B8-B487-F0AC-A7739467FD20}"/>
              </a:ext>
            </a:extLst>
          </p:cNvPr>
          <p:cNvCxnSpPr/>
          <p:nvPr/>
        </p:nvCxnSpPr>
        <p:spPr>
          <a:xfrm>
            <a:off x="1618488" y="1395984"/>
            <a:ext cx="7370064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86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c354b2-85b0-47f5-b222-07b48d774ee3}" enabled="0" method="" siteId="{37c354b2-85b0-47f5-b222-07b48d774ee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4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BUNYAN, Jack (NHS HUMBER HEALTH PARTNERSHIP - RWA)</dc:creator>
  <cp:lastModifiedBy>BUNYAN, Jack (NHS HUMBER HEALTH PARTNERSHIP - RWA)</cp:lastModifiedBy>
  <cp:revision>1</cp:revision>
  <dcterms:created xsi:type="dcterms:W3CDTF">2026-07-07T08:26:10Z</dcterms:created>
  <dcterms:modified xsi:type="dcterms:W3CDTF">2026-07-07T10:33:50Z</dcterms:modified>
</cp:coreProperties>
</file>