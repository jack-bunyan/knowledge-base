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2" r:id="rId2"/>
    <p:sldId id="276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56" r:id="rId14"/>
    <p:sldId id="257" r:id="rId15"/>
    <p:sldId id="270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88" r:id="rId29"/>
    <p:sldId id="289" r:id="rId30"/>
    <p:sldId id="290" r:id="rId31"/>
    <p:sldId id="291" r:id="rId32"/>
    <p:sldId id="292" r:id="rId33"/>
  </p:sldIdLst>
  <p:sldSz cx="144002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2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NYAN, Jack (NHS HUMBER HEALTH PARTNERSHIP - RWA)" userId="cc86845f-be38-43df-904e-f1295fc07ff6" providerId="ADAL" clId="{203D993B-4EA0-4727-B616-4A4EDAEC11B2}"/>
    <pc:docChg chg="undo custSel addSld delSld modSld sldOrd modMainMaster">
      <pc:chgData name="BUNYAN, Jack (NHS HUMBER HEALTH PARTNERSHIP - RWA)" userId="cc86845f-be38-43df-904e-f1295fc07ff6" providerId="ADAL" clId="{203D993B-4EA0-4727-B616-4A4EDAEC11B2}" dt="2026-07-09T14:15:02.001" v="2260"/>
      <pc:docMkLst>
        <pc:docMk/>
      </pc:docMkLst>
      <pc:sldChg chg="modSp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610676868" sldId="256"/>
        </pc:sldMkLst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4" creationId="{2E578B46-C197-7A77-A295-671B26905C7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20" creationId="{E344AF21-490D-9B35-C21D-082263ADFAF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28" creationId="{55B1C5AB-C6EB-78BB-9060-C8CB290AEBF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30" creationId="{F40D1B17-D76C-D5E3-5548-6F007EDCEA2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42" creationId="{B14992D1-65EA-C239-A658-E502A768E52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44" creationId="{6F591CF1-28D4-C118-093C-9EA3BB5B4FA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48" creationId="{7CDBF2D7-06B9-89DA-45A9-8C5C3BA3264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54" creationId="{F6532B52-E907-8656-A16E-13DB373C2DB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60" creationId="{10A13888-08D2-21C9-93F7-6A58C13F9F7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64" creationId="{FC441E19-002E-05DE-B69A-0BCCFB3B5D4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68" creationId="{B7326CEC-8962-E34C-4EE4-65CF69FF02C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85" creationId="{A33950FA-03E0-DFDA-39C6-A893C5EE231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00:43.698" v="1128"/>
          <ac:spMkLst>
            <pc:docMk/>
            <pc:sldMk cId="1610676868" sldId="256"/>
            <ac:spMk id="86" creationId="{CC91EE47-F056-68A7-0729-317C71B9B4F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88" creationId="{7894E62C-ECCB-ABB1-F56D-19B1417BF5B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96" creationId="{A09CCBAF-DCB6-E385-DADF-8225B3D4499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109" creationId="{FA633684-8B5D-2206-15F7-ED3E7061D19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10676868" sldId="256"/>
            <ac:spMk id="115" creationId="{691654EB-186B-4899-C448-A753868FD6C1}"/>
          </ac:spMkLst>
        </pc:spChg>
      </pc:sldChg>
      <pc:sldChg chg="addSp delSp modSp new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809686048" sldId="257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12" creationId="{8370163B-642F-CFDA-17A8-6FB296833325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14" creationId="{01B398ED-9B95-B8FC-52F6-E8C570E179E7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18" creationId="{BB360817-D395-EBB5-1602-3C900969618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20" creationId="{AEF206CA-B9BF-E472-5EDB-924F86EF289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22" creationId="{A9CF2A5C-8B3E-AED5-001E-523B6372493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47" creationId="{F762BA7F-5740-F188-A516-1925A4F9F90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52" creationId="{4CDB2BB7-493C-36D2-376D-BC0472EB24F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54" creationId="{BD694CBA-9593-6872-67D9-14C3E5C70C4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809686048" sldId="257"/>
            <ac:spMk id="56" creationId="{7BBAC765-9BFF-0356-84AA-29C455A0BF81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1809686048" sldId="257"/>
            <ac:cxnSpMk id="5" creationId="{3165D564-760F-C86C-A424-A32583C29A58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08:31.260" v="600" actId="1038"/>
          <ac:cxnSpMkLst>
            <pc:docMk/>
            <pc:sldMk cId="1809686048" sldId="257"/>
            <ac:cxnSpMk id="6" creationId="{29D0C014-E233-FA34-6ADA-A1C326E969D7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809686048" sldId="257"/>
            <ac:cxnSpMk id="9" creationId="{18830C68-2501-0A9F-6D5B-709EB446BA2B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08:41.582" v="603" actId="14100"/>
          <ac:cxnSpMkLst>
            <pc:docMk/>
            <pc:sldMk cId="1809686048" sldId="257"/>
            <ac:cxnSpMk id="10" creationId="{54C2CE58-B1B8-B487-F0AC-A7739467FD20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09:52.552" v="607" actId="1076"/>
          <ac:cxnSpMkLst>
            <pc:docMk/>
            <pc:sldMk cId="1809686048" sldId="257"/>
            <ac:cxnSpMk id="33" creationId="{04836890-1A8A-8BE9-8AC9-52CDA89DA100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09:46.803" v="606" actId="1076"/>
          <ac:cxnSpMkLst>
            <pc:docMk/>
            <pc:sldMk cId="1809686048" sldId="257"/>
            <ac:cxnSpMk id="34" creationId="{52A4CCC8-3362-0645-C22F-49752C29AADC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17:02.922" v="665" actId="1076"/>
          <ac:cxnSpMkLst>
            <pc:docMk/>
            <pc:sldMk cId="1809686048" sldId="257"/>
            <ac:cxnSpMk id="79" creationId="{5FB6AA1E-04D5-1AEC-F4B4-627681E60F10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9:14.757" v="1029" actId="1036"/>
          <ac:cxnSpMkLst>
            <pc:docMk/>
            <pc:sldMk cId="1809686048" sldId="257"/>
            <ac:cxnSpMk id="83" creationId="{EFA7D90C-EB43-4460-B58B-B3A32996E1B5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625297367" sldId="258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12" creationId="{967E5AE6-748B-6A19-89EC-6676FC6B125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14" creationId="{4360396B-17D0-7FDD-EEA7-153CAC14BBE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18" creationId="{05CBD05F-91D8-55D0-3821-1811853B546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20" creationId="{5E7043F6-EB7B-5913-419D-7041DFE172C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22" creationId="{36DE02D2-1761-12A3-3CC9-7C6F828348F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47" creationId="{8B6CA5C7-9147-ABF8-5661-FD7709CBA2C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52" creationId="{5763A6B0-4038-003A-A60E-B3AE900AFAC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54" creationId="{668A19AC-5899-EBD1-4915-A6AEBA0710C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625297367" sldId="258"/>
            <ac:spMk id="56" creationId="{E8A64072-B1D8-C9F7-CB56-5AC2CD592C04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17:14.658" v="668" actId="1076"/>
          <ac:cxnSpMkLst>
            <pc:docMk/>
            <pc:sldMk cId="1625297367" sldId="258"/>
            <ac:cxnSpMk id="2" creationId="{5C483EDE-B4D8-6A7D-B636-6C5F263FE9E4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3:03.202" v="803"/>
          <ac:cxnSpMkLst>
            <pc:docMk/>
            <pc:sldMk cId="1625297367" sldId="258"/>
            <ac:cxnSpMk id="3" creationId="{C3D90640-FCA4-E377-F262-94C4D33CC48C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1625297367" sldId="258"/>
            <ac:cxnSpMk id="7" creationId="{1551630D-8FD2-9DA2-4098-F3CB239259E0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625297367" sldId="258"/>
            <ac:cxnSpMk id="9" creationId="{20EE6309-F745-44A8-0049-225B42A0ADB3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15518987" sldId="259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12" creationId="{A8148E83-BF06-39EF-3DEF-90E2D6FCCDE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14" creationId="{987E47F5-A899-BD39-407B-D5C19968DF3B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16" creationId="{7E1D470C-3D90-6EB3-7566-B339077FA3D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19" creationId="{5C02B97F-4F05-469A-2FD5-BB4B4728A27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23" creationId="{32409AFD-A788-1983-2222-42130F9B30D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47" creationId="{AABE0872-1F31-D9A2-1272-784EAA2D006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52" creationId="{030F3533-B87F-F967-B135-602718E15C8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54" creationId="{491DE118-F501-672D-5156-BCFB9D5812B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5518987" sldId="259"/>
            <ac:spMk id="56" creationId="{949888FE-7BB7-38F5-648B-4F347387F822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23:07.146" v="805"/>
          <ac:cxnSpMkLst>
            <pc:docMk/>
            <pc:sldMk cId="315518987" sldId="259"/>
            <ac:cxnSpMk id="24" creationId="{1CCAE209-A198-78DE-A071-19B5CDE1A614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315518987" sldId="259"/>
            <ac:cxnSpMk id="33" creationId="{94B85108-A59D-662D-E0FC-768047B91F50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315518987" sldId="259"/>
            <ac:cxnSpMk id="34" creationId="{30F65573-5764-D963-7D58-E7665BA4E2DD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527624855" sldId="260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12" creationId="{B7B11F6C-7C47-F11D-C81F-08986FD73E9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14" creationId="{09DD116A-32B9-C19F-4C71-F42F50AAC1A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15" creationId="{8A6010CA-3F20-2332-3519-104E93BA7CC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17" creationId="{E563A8DA-85AE-BA3F-28CB-663DEAA1B16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21" creationId="{D8656584-8FAC-3148-6C94-8C57F5FF06C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47" creationId="{AA412775-0D6E-4F93-9E5E-F8CA2C3CB6E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52" creationId="{16712671-33A5-FC04-1D59-A09CD3E3C3B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54" creationId="{28F7367F-8F34-CB09-0ECA-2ACBF76AA1D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527624855" sldId="260"/>
            <ac:spMk id="56" creationId="{33BC58E2-9941-23CC-D800-F0D669F37EAE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1527624855" sldId="260"/>
            <ac:cxnSpMk id="6" creationId="{46D9F46D-E408-6711-CD35-9CA867F3274B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527624855" sldId="260"/>
            <ac:cxnSpMk id="9" creationId="{CB1D4327-8E34-9BF1-AB07-EE8D271A8E47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3:10.921" v="807"/>
          <ac:cxnSpMkLst>
            <pc:docMk/>
            <pc:sldMk cId="1527624855" sldId="260"/>
            <ac:cxnSpMk id="23" creationId="{9D502662-A4E9-5DCE-7023-59200EBBB2E8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535897040" sldId="261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12" creationId="{801DD82F-A654-AD8E-6AAD-2D58048564E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14" creationId="{1AEB748B-2E09-A637-5065-6B0B09534DC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15" creationId="{0DAC9868-AA7D-322E-43B0-18B48CCADBB3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17" creationId="{C4ABD3E8-D78A-196C-7682-04DE3834F40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21" creationId="{3E8F2945-4900-F046-8787-18144ED0679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47" creationId="{74CE4464-209C-F5D8-7B26-F89F21737DB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52" creationId="{D3B81148-2A24-9DCC-D217-5E8064E8092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54" creationId="{B5F40576-B90C-63F7-81A1-2CF93D42EFC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535897040" sldId="261"/>
            <ac:spMk id="56" creationId="{A68240CE-C487-DB2B-0237-BB625BCB8426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3535897040" sldId="261"/>
            <ac:cxnSpMk id="6" creationId="{A3DE17E1-64A5-7501-C3DF-B17F9B11A75F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0:15.060" v="756" actId="14100"/>
          <ac:cxnSpMkLst>
            <pc:docMk/>
            <pc:sldMk cId="3535897040" sldId="261"/>
            <ac:cxnSpMk id="24" creationId="{0ED3259A-9B5F-AD08-D4BA-8C729E464750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3535897040" sldId="261"/>
            <ac:cxnSpMk id="26" creationId="{22C813E4-7643-7CD1-CF02-E83434C64729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417703785" sldId="262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4" creationId="{82982219-4F6B-1238-8882-74AB8C67C21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12" creationId="{80140D37-FE90-3C8C-C773-7BE5CBC69A2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13" creationId="{D1DB433A-353B-3E83-C8A9-9D034F32636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16" creationId="{DA43480E-ED86-DA72-ED40-587A3117610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18" creationId="{6E133333-9893-F89B-00EC-3C3B84E81B2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47" creationId="{72D03F57-F545-6D6E-156C-01E049EF583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52" creationId="{8ABDF557-43E5-9D58-BD78-AC36ADAF7B1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54" creationId="{6791B84F-3846-E4E4-878B-BD83D11DA95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417703785" sldId="262"/>
            <ac:spMk id="56" creationId="{D2D62EE8-0699-8A2F-F866-6DF54A95BEAF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20:24.671" v="796" actId="1038"/>
          <ac:cxnSpMkLst>
            <pc:docMk/>
            <pc:sldMk cId="1417703785" sldId="262"/>
            <ac:cxnSpMk id="19" creationId="{F5ACD43C-0B6E-29A1-D5DB-91E2402F25ED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417703785" sldId="262"/>
            <ac:cxnSpMk id="20" creationId="{0005F5E5-8A05-C9F6-8D2C-3C021A4589D4}"/>
          </ac:cxnSpMkLst>
        </pc:cxnChg>
      </pc:sldChg>
      <pc:sldChg chg="addSp delSp modSp add mod or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598248431" sldId="263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12" creationId="{E524384A-31FD-8455-BC55-D16912B63C8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14" creationId="{A2737322-FA30-40B8-3AE3-2DB78DF889F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18" creationId="{A9849936-DB24-3640-ABDB-A35D1F4776F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20" creationId="{17794BD2-1BF2-0B22-4054-9EF650EC8E8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22" creationId="{28154F1C-E920-E435-71C0-52DA401F26C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47" creationId="{91FD47ED-E1D9-CCAD-B085-CB1B20975EE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52" creationId="{174438FE-0AD2-BE20-15FB-656024CEE77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54" creationId="{0A65B4C8-2A49-69DC-9F05-BBF2EA51A9E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598248431" sldId="263"/>
            <ac:spMk id="56" creationId="{C017DF1A-026F-D212-AB8C-6AA6734A0322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23:23.244" v="813"/>
          <ac:cxnSpMkLst>
            <pc:docMk/>
            <pc:sldMk cId="598248431" sldId="263"/>
            <ac:cxnSpMk id="2" creationId="{0E7CA28D-77C4-E3B9-E70C-D15CC36934B7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598248431" sldId="263"/>
            <ac:cxnSpMk id="6" creationId="{1A554D4A-A4CA-2C40-9EEB-B46C96FDD4DA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598248431" sldId="263"/>
            <ac:cxnSpMk id="9" creationId="{A764A21B-8B18-19DF-510A-4D38486823F5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1:23:50.002" v="850" actId="692"/>
          <ac:cxnSpMkLst>
            <pc:docMk/>
            <pc:sldMk cId="598248431" sldId="263"/>
            <ac:cxnSpMk id="79" creationId="{AAEC3C52-448C-2658-B9F8-5E45769417DE}"/>
          </ac:cxnSpMkLst>
        </pc:cxnChg>
      </pc:sldChg>
      <pc:sldChg chg="addSp 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679562229" sldId="264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12" creationId="{FDC1A804-B9DD-E93B-4C61-384E881C2B3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14" creationId="{7145ADE5-7554-3AD0-7BA9-852AC7DF8B6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18" creationId="{D46886EC-0FFD-D267-AA9E-49F4D067598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20" creationId="{2CC4BAA3-D6DC-C4D6-6C58-CA461709BC4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22" creationId="{21327983-F974-55A3-5EEB-F4FC3572970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47" creationId="{CF8B2F64-EB20-B8A1-4C3B-F4C91A0DCD7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52" creationId="{213ED4A5-4579-1CC9-7CE6-DF5F389F05A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54" creationId="{9DD86741-5118-4AFC-CAF6-610E20D7D07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679562229" sldId="264"/>
            <ac:spMk id="56" creationId="{30240255-C90C-C60A-76D6-1C9C5A85D0CE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24:11.089" v="854" actId="1076"/>
          <ac:cxnSpMkLst>
            <pc:docMk/>
            <pc:sldMk cId="679562229" sldId="264"/>
            <ac:cxnSpMk id="3" creationId="{91AF21BA-99B6-2E48-6F68-B3447E4F44B6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9:53.255" v="1099" actId="1036"/>
          <ac:cxnSpMkLst>
            <pc:docMk/>
            <pc:sldMk cId="679562229" sldId="264"/>
            <ac:cxnSpMk id="4" creationId="{7783DEEB-CA0A-4FC4-EE85-54EE13B09457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679562229" sldId="264"/>
            <ac:cxnSpMk id="9" creationId="{F220E725-00EB-B0CA-4C0D-C76A449598E9}"/>
          </ac:cxnSpMkLst>
        </pc:cxnChg>
      </pc:sldChg>
      <pc:sldChg chg="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178749495" sldId="265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12" creationId="{DA20921B-B9FA-7529-375F-85D7B1DEF9B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14" creationId="{472E4D37-6685-5F33-6B50-C15656AD35E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18" creationId="{B80455FE-11D6-9A7B-C097-6D322332FD4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20" creationId="{1B0EA6D2-DF0C-4575-E7B0-B5393177940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22" creationId="{E0E297A0-5500-9F3B-836B-5167FBE1A62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47" creationId="{48EFD97A-F53A-A9A8-D5E9-ED9159E967B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52" creationId="{48E758B4-A3E3-0965-BB30-DC7C6BE8BC2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54" creationId="{75E23976-54E7-F187-ACCD-507962B6597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78749495" sldId="265"/>
            <ac:spMk id="56" creationId="{810EF6DF-661A-B294-9F56-FAF81DD8C3AB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3178749495" sldId="265"/>
            <ac:cxnSpMk id="9" creationId="{9F411A70-2646-B975-CCF5-7D61364467D4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3178749495" sldId="265"/>
            <ac:cxnSpMk id="34" creationId="{0369CD55-1A18-5410-3198-996009D559CC}"/>
          </ac:cxnSpMkLst>
        </pc:cxnChg>
      </pc:sldChg>
      <pc:sldChg chg="addSp 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619816908" sldId="266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4" creationId="{5CCA26A9-CA96-1678-E00D-FE38BA792B6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12" creationId="{BC320DA3-7F9F-E825-FF7E-7A921D4B2C8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14" creationId="{7080D8BF-EC3D-5732-277A-2976C747CD7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18" creationId="{0DCBBF81-4032-73B4-CF1E-A9DCD152D28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20" creationId="{984FE6A2-631C-41E4-F040-2FDBADF325C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47" creationId="{12BCD906-B6F3-6ED0-BAFE-0F536684B98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52" creationId="{7528DE00-D781-C4D3-1936-1878E13136A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54" creationId="{B0ABF122-4F7C-8E6C-14ED-9A5A1B29E7C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19816908" sldId="266"/>
            <ac:spMk id="56" creationId="{C4F77668-97A0-BF0B-FA73-FB85C5DB1DF9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3619816908" sldId="266"/>
            <ac:cxnSpMk id="33" creationId="{14ACE710-6F1C-58CD-B618-8ED9349F34A4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3619816908" sldId="266"/>
            <ac:cxnSpMk id="34" creationId="{9D384880-0E1E-D688-0899-8932D2F5C806}"/>
          </ac:cxnSpMkLst>
        </pc:cxnChg>
      </pc:sldChg>
      <pc:sldChg chg="addSp 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077559368" sldId="267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4" creationId="{582BD05F-25BB-B947-C415-5E05B131A53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12" creationId="{69E35905-AB3D-6744-04D9-C1451D17F40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14" creationId="{20CA7B4D-A52E-9B62-8892-65821999E1A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18" creationId="{59FB788E-2EB2-4BB7-4456-29FEAD8B7A1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20" creationId="{89AF6CD9-7384-5D50-A5BA-58E2724C655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47" creationId="{DC4B8649-CBD5-7ABE-5424-068065A1E6D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52" creationId="{2EE6E5DD-236E-F1E0-EED3-01E981F4C03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54" creationId="{58B1852A-7C55-08EA-0E87-1BC14E8F13D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77559368" sldId="267"/>
            <ac:spMk id="56" creationId="{AD8DF5D2-4267-4C60-63CC-7AEC94F3CC6C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1:26:17.831" v="913"/>
          <ac:cxnSpMkLst>
            <pc:docMk/>
            <pc:sldMk cId="1077559368" sldId="267"/>
            <ac:cxnSpMk id="5" creationId="{57F0EB94-93B9-298F-B7AF-79E90C7654BA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077559368" sldId="267"/>
            <ac:cxnSpMk id="6" creationId="{B9AE52FD-599D-236E-E8C1-443989CAB5CC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6:22.769" v="934" actId="1037"/>
          <ac:cxnSpMkLst>
            <pc:docMk/>
            <pc:sldMk cId="1077559368" sldId="267"/>
            <ac:cxnSpMk id="7" creationId="{F986DE70-3378-762A-8293-407030D9C672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7T11:26:27.701" v="967" actId="1036"/>
          <ac:cxnSpMkLst>
            <pc:docMk/>
            <pc:sldMk cId="1077559368" sldId="267"/>
            <ac:cxnSpMk id="8" creationId="{464982F9-4311-5210-8018-488C649C30D0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1:25:04.138" v="867" actId="1076"/>
          <ac:cxnSpMkLst>
            <pc:docMk/>
            <pc:sldMk cId="1077559368" sldId="267"/>
            <ac:cxnSpMk id="33" creationId="{230E951E-5C31-4278-077D-8A9801D7463D}"/>
          </ac:cxnSpMkLst>
        </pc:cxnChg>
      </pc:sldChg>
      <pc:sldChg chg="addSp 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326533839" sldId="268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4" creationId="{45A0E33F-73C7-A4B2-B7F9-66AE4909493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11" creationId="{E46F83F1-DEAF-34C8-AE6C-ED5F8B4A394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12" creationId="{D63D0DC7-DC75-F9E8-B569-D45D90D011E0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15" creationId="{0168C5BD-C094-F1C7-B92D-263C24A653A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17" creationId="{EF7158A2-37C3-C9EC-013B-F0057093664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47" creationId="{DE5212DB-71DA-3C96-084E-E2772F9C012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52" creationId="{536B2030-12C6-48DF-2EF6-673C90D8A75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54" creationId="{5209C4DC-AD92-8198-EDE9-186D2DE73D2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326533839" sldId="268"/>
            <ac:spMk id="56" creationId="{B42DD35F-F11B-A32E-5062-0A00176DD1F0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7T11:26:39.971" v="996" actId="1038"/>
          <ac:cxnSpMkLst>
            <pc:docMk/>
            <pc:sldMk cId="1326533839" sldId="268"/>
            <ac:cxnSpMk id="5" creationId="{A3DEDCC1-0377-6AC8-20C9-2579B7F67ED0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1:26:39.971" v="996" actId="1038"/>
          <ac:cxnSpMkLst>
            <pc:docMk/>
            <pc:sldMk cId="1326533839" sldId="268"/>
            <ac:cxnSpMk id="7" creationId="{C6AA2283-07D9-92F6-6947-BDC52CDEDD26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1:26:39.971" v="996" actId="1038"/>
          <ac:cxnSpMkLst>
            <pc:docMk/>
            <pc:sldMk cId="1326533839" sldId="268"/>
            <ac:cxnSpMk id="8" creationId="{26C86ED3-D073-76E5-83FF-0D5BB14325E4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1326533839" sldId="268"/>
            <ac:cxnSpMk id="9" creationId="{E99EC64D-C213-06E9-04A2-97E777FB30C2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326533839" sldId="268"/>
            <ac:cxnSpMk id="19" creationId="{205E5537-4313-FF3A-653F-4BAF6D6212D7}"/>
          </ac:cxnSpMkLst>
        </pc:cxnChg>
      </pc:sldChg>
      <pc:sldChg chg="addSp modSp add mod or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616373322" sldId="269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12" creationId="{FB0AE06F-79B9-1679-44D4-5A0E8F3A039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14" creationId="{C100496D-03F3-12CC-99F0-CFD6B917AAB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18" creationId="{85005498-CB3D-7E0A-613D-850CBAA8446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20" creationId="{5AFBDAA3-82D3-38BA-9276-81A54269494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22" creationId="{C5ED7FD2-8C4A-E996-EAF2-A2F9535A314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47" creationId="{54C11F9F-DB46-0295-7BAE-C35E2856DFE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52" creationId="{7A0D7A10-2811-DC8E-099F-58F5CCFF7DC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54" creationId="{C01A6A24-6E37-5509-79A1-5B520C10838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16373322" sldId="269"/>
            <ac:spMk id="56" creationId="{6FB169D0-1CE5-68EE-09E2-E23313630F27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5:00:43.698" v="1128"/>
          <ac:cxnSpMkLst>
            <pc:docMk/>
            <pc:sldMk cId="2616373322" sldId="269"/>
            <ac:cxnSpMk id="2" creationId="{121B8B5C-30AA-9EC9-E14A-22FE11287580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616373322" sldId="269"/>
            <ac:cxnSpMk id="9" creationId="{D17AF930-97FC-9051-8469-A504189B39E1}"/>
          </ac:cxnSpMkLst>
        </pc:cxnChg>
      </pc:sldChg>
      <pc:sldChg chg="modSp ad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182372812" sldId="270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12" creationId="{41C354A5-0697-1F8D-ACBB-0C4ECF8E610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14" creationId="{CFE628F4-877D-21FE-CA94-6681CBF4298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18" creationId="{F998DB47-C9F4-AB75-4845-656506BBC41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20" creationId="{AAB9A6D6-2BC1-120B-2119-17695333695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22" creationId="{56ADA3C4-A6CC-1CA1-4EA5-629541BDCE3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47" creationId="{226CEAC0-1A4D-1105-7057-E4691BA9610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52" creationId="{CE6C4190-648D-95B0-3F52-B21CF1DB4C8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54" creationId="{5B482C95-C3D0-DDD8-1639-A8C9416EBAA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182372812" sldId="270"/>
            <ac:spMk id="56" creationId="{E72EDDE6-527D-96DB-FADA-3849ED9732E6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3182372812" sldId="270"/>
            <ac:cxnSpMk id="9" creationId="{7506DDD2-755F-48D6-D766-48303AD34324}"/>
          </ac:cxnSpMkLst>
        </pc:cxn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749972625" sldId="272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2" creationId="{975AD271-F8AE-F488-BFF0-21F5BB0454A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4" creationId="{44D1D476-84B7-6AD0-8380-38553ACD094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5" creationId="{B6AA8F4F-EC24-0E3D-EBE5-1D899E0CFCE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6" creationId="{F0DAD2A8-9CD9-653A-523B-9F46A754675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10" creationId="{4F528CFF-4314-689F-8EC1-0A0FB88B75D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12" creationId="{24AF4A17-AE22-F952-8885-2F415AFE54F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16" creationId="{73690F4C-6547-154A-AAA8-BFEAFD8D897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18" creationId="{B194F294-7F16-7067-4E65-EB379DC75C9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23" creationId="{212E54C0-43A9-2B23-9152-EA3BBA2A079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749972625" sldId="272"/>
            <ac:spMk id="33" creationId="{88EFC27F-8007-87CE-0BC9-69C3B0C05B86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7T15:41:52.061" v="1833" actId="208"/>
          <ac:cxnSpMkLst>
            <pc:docMk/>
            <pc:sldMk cId="3749972625" sldId="272"/>
            <ac:cxnSpMk id="20" creationId="{A6FC0050-F589-23B3-361D-71DFCCC572E1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41:52.061" v="1833" actId="208"/>
          <ac:cxnSpMkLst>
            <pc:docMk/>
            <pc:sldMk cId="3749972625" sldId="272"/>
            <ac:cxnSpMk id="25" creationId="{B6746A7B-D909-59AD-F59A-A0AB23458567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7T15:41:52.556" v="1834" actId="14100"/>
          <ac:cxnSpMkLst>
            <pc:docMk/>
            <pc:sldMk cId="3749972625" sldId="272"/>
            <ac:cxnSpMk id="29" creationId="{642AF687-FE80-F205-6E6F-7873087B161A}"/>
          </ac:cxnSpMkLst>
        </pc:cxnChg>
      </pc:sldChg>
      <pc:sldChg chg="addSp modSp add mod replI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285962190" sldId="276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4" creationId="{4A27C822-1A40-31DE-8F08-5C19F677DAE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5" creationId="{68A0F73C-BE7B-E7AB-F1AB-AC2ACA645A9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6" creationId="{EFE5055F-84D9-2F93-952D-90281D3E6C3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10" creationId="{8805EC48-4968-2577-9065-B85E8615818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12" creationId="{BAF16384-99CD-4C76-AF7E-F86F7238211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14" creationId="{D1AB307B-5802-BB6B-B77A-38CC59916D0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16" creationId="{9984E309-929C-E998-92D8-5DA62A01410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18" creationId="{1D7B5F9F-D9F3-F2DD-CECF-68120594478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23" creationId="{338DA926-F7A2-F135-A954-5BA477C3514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285962190" sldId="276"/>
            <ac:spMk id="33" creationId="{22C1871A-4EB3-534E-E29F-F3B0BB74D6F4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7T15:17:05.252" v="1662" actId="208"/>
          <ac:cxnSpMkLst>
            <pc:docMk/>
            <pc:sldMk cId="1285962190" sldId="276"/>
            <ac:cxnSpMk id="2" creationId="{D38495F0-2EA0-6AD9-5E9A-2C5FC18B89A9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893998286" sldId="277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5" creationId="{33550636-9065-5229-844E-F6BBE8C60BD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6" creationId="{AD04CCE7-BE6D-4E49-B257-B52F01EFCF8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10" creationId="{0624D640-5310-4E49-3ABD-E96CC2EA703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12" creationId="{BC8454BF-5677-C7D9-7D07-8B119BBFBD8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14" creationId="{68A06CB3-F585-7647-6494-A2F9F07403A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16" creationId="{F6487226-76CB-F005-EC09-AAE9F5B04AD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18" creationId="{F7F0FA7E-57FB-4801-F3DE-499335EBDE3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23" creationId="{07F55BB6-5F46-85F5-0891-7BFADEF5E86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33" creationId="{65446BD2-C100-1BB6-7D3B-1B51E55AF758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893998286" sldId="277"/>
            <ac:spMk id="49" creationId="{3FA12D49-2B21-1B6C-B328-EAC0439FD9A2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7T15:17:36.646" v="1693" actId="1038"/>
          <ac:cxnSpMkLst>
            <pc:docMk/>
            <pc:sldMk cId="893998286" sldId="277"/>
            <ac:cxnSpMk id="2" creationId="{8D335079-2711-9318-B24B-404BF4513A9E}"/>
          </ac:cxnSpMkLst>
        </pc:cxn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333336933" sldId="279"/>
        </pc:sldMkLst>
        <pc:spChg chg="add mod">
          <ac:chgData name="BUNYAN, Jack (NHS HUMBER HEALTH PARTNERSHIP - RWA)" userId="cc86845f-be38-43df-904e-f1295fc07ff6" providerId="ADAL" clId="{203D993B-4EA0-4727-B616-4A4EDAEC11B2}" dt="2026-07-07T15:21:51.746" v="1725" actId="1076"/>
          <ac:spMkLst>
            <pc:docMk/>
            <pc:sldMk cId="2333336933" sldId="279"/>
            <ac:spMk id="3" creationId="{CAEB680F-D97C-21F4-346E-8091691857A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4" creationId="{AB38F376-FE15-D2F8-FD54-76A62B2DEA8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5" creationId="{7E68087F-C7B7-3044-A2F2-CD7D5994B45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6" creationId="{7E79990E-48CD-F5F2-69CD-3A4CF3EBEFF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7" creationId="{0810E99D-6D11-5A5D-D25E-4C375C36A02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10" creationId="{52E765AF-ECB2-9E34-D62F-3B4142C4D9C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12" creationId="{777F7813-3D4F-6559-1973-319684B3BE6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14" creationId="{FA4C8C7B-9614-52A8-179C-46F4C09319A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16" creationId="{E3F42E1D-DEB8-6793-49B9-8EA193896E6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18" creationId="{D16961F2-18C1-B6D6-D4D4-1BEFD09EFB0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333336933" sldId="279"/>
            <ac:spMk id="33" creationId="{09E69A5A-92B0-C3D3-74DE-D4F0D3DA4C2C}"/>
          </ac:spMkLst>
        </pc:sp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4223621641" sldId="280"/>
        </pc:sldMkLst>
        <pc:spChg chg="add mod">
          <ac:chgData name="BUNYAN, Jack (NHS HUMBER HEALTH PARTNERSHIP - RWA)" userId="cc86845f-be38-43df-904e-f1295fc07ff6" providerId="ADAL" clId="{203D993B-4EA0-4727-B616-4A4EDAEC11B2}" dt="2026-07-07T15:21:08.637" v="1718" actId="1076"/>
          <ac:spMkLst>
            <pc:docMk/>
            <pc:sldMk cId="4223621641" sldId="280"/>
            <ac:spMk id="3" creationId="{6918D4E1-2BD7-4DC0-B660-73C0F1E9DFB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5" creationId="{47332156-5CD7-4AFC-C8DD-4C5A96AE856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6" creationId="{1FA7137C-1460-13D1-1B66-982979FB3EC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7" creationId="{AB49EA79-15EC-A659-79DC-A1BD4B447EE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9" creationId="{5A7DB872-D46D-BC47-CCBE-049334A5B88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10" creationId="{6E1DC3AE-1752-50EA-7E5F-0591B31AE6A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12" creationId="{923EE0D1-079E-AA6D-EB7B-0B7C832E281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13" creationId="{2673B452-AD0B-70FD-4624-CCD9C8DD9DF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14" creationId="{6F903EC9-A2DA-D4F6-9A6B-588205C904F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16" creationId="{7389FAB3-C76E-7539-0EF1-3B461608C52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4223621641" sldId="280"/>
            <ac:spMk id="33" creationId="{F6395D2E-0336-D6A5-E21D-282EF20D22BB}"/>
          </ac:spMkLst>
        </pc:sp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599082004" sldId="281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3" creationId="{97F92708-9560-C9E3-AF23-5029A812861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4" creationId="{923F67A7-7896-47B6-97CC-1BBD18CF507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1:24.354" v="1722" actId="1076"/>
          <ac:spMkLst>
            <pc:docMk/>
            <pc:sldMk cId="2599082004" sldId="281"/>
            <ac:spMk id="7" creationId="{F43F975E-4DC4-2AB7-9409-945F6D187456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8" creationId="{38527498-DB2B-736E-BD66-A42FBFB1D5D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11" creationId="{5B6808A5-99A8-0FDA-F152-9BFF16DEA15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12" creationId="{F09B9D24-DA81-C110-8516-BC410473323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14" creationId="{0C2DB41F-92B3-0938-1FDA-54416E345C0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1.842" v="1757" actId="1076"/>
          <ac:spMkLst>
            <pc:docMk/>
            <pc:sldMk cId="2599082004" sldId="281"/>
            <ac:spMk id="15" creationId="{D480C2BE-02C2-A2D1-5E30-41231A65605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18" creationId="{DFE492B7-3552-386F-8F9C-4E262CA5B5A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19" creationId="{C54D8489-065E-ADDB-BF23-B7407EA8FB8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1.842" v="1757" actId="1076"/>
          <ac:spMkLst>
            <pc:docMk/>
            <pc:sldMk cId="2599082004" sldId="281"/>
            <ac:spMk id="22" creationId="{D9D70403-976A-CC9D-DA37-10FD017CAA8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23" creationId="{948115F8-350E-4AB4-4640-3CA396BCF5C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99082004" sldId="281"/>
            <ac:spMk id="26" creationId="{A8B0D76E-2AFB-FFA8-926F-BDB971EEB9D5}"/>
          </ac:spMkLst>
        </pc:sp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681583420" sldId="282"/>
        </pc:sldMkLst>
        <pc:spChg chg="mod">
          <ac:chgData name="BUNYAN, Jack (NHS HUMBER HEALTH PARTNERSHIP - RWA)" userId="cc86845f-be38-43df-904e-f1295fc07ff6" providerId="ADAL" clId="{203D993B-4EA0-4727-B616-4A4EDAEC11B2}" dt="2026-07-07T15:21:59.839" v="1726" actId="1076"/>
          <ac:spMkLst>
            <pc:docMk/>
            <pc:sldMk cId="3681583420" sldId="282"/>
            <ac:spMk id="3" creationId="{4F8CE833-5E67-8C4A-985F-4A142453431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1:59.839" v="1726" actId="1076"/>
          <ac:spMkLst>
            <pc:docMk/>
            <pc:sldMk cId="3681583420" sldId="282"/>
            <ac:spMk id="7" creationId="{846AFEC4-27D8-1DB6-706C-65E6A925AA6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1:59.839" v="1726" actId="1076"/>
          <ac:spMkLst>
            <pc:docMk/>
            <pc:sldMk cId="3681583420" sldId="282"/>
            <ac:spMk id="8" creationId="{D64E16FE-F332-6134-851C-C51367591E23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03.778" v="1728" actId="1076"/>
          <ac:spMkLst>
            <pc:docMk/>
            <pc:sldMk cId="3681583420" sldId="282"/>
            <ac:spMk id="9" creationId="{4A193C11-1700-A2CB-AE2F-8EA8463D20D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0" creationId="{CAC06E40-0E9E-C4D3-9972-D1D2E31F4A6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1" creationId="{4931B62F-B931-735B-5AA4-13C38A07AEE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2" creationId="{B987EC6B-3B4D-C32D-916A-932EF952941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5" creationId="{75EEC472-9CB5-E846-9E21-D57A2F6A801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6" creationId="{C7D03764-A654-2F21-62CF-D1FF7B8B6FE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19" creationId="{648421EF-3E5D-36E9-978B-69C7C09780D0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03.778" v="1728" actId="1076"/>
          <ac:spMkLst>
            <pc:docMk/>
            <pc:sldMk cId="3681583420" sldId="282"/>
            <ac:spMk id="22" creationId="{8F1EF422-EDA2-D3B1-7824-788F4FC8DE6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9.191" v="1759" actId="1076"/>
          <ac:spMkLst>
            <pc:docMk/>
            <pc:sldMk cId="3681583420" sldId="282"/>
            <ac:spMk id="26" creationId="{FC2D4BA6-B05A-DDC9-2536-602E71E06EC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28" creationId="{E90FFC2C-F313-64C7-157E-72BA103C7F5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31" creationId="{E71ED3E0-324C-123E-C39C-5151E301A04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9.191" v="1759" actId="1076"/>
          <ac:spMkLst>
            <pc:docMk/>
            <pc:sldMk cId="3681583420" sldId="282"/>
            <ac:spMk id="34" creationId="{792C621F-D9B9-69B7-6AD0-FE9F5581FA2B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9.191" v="1759" actId="1076"/>
          <ac:spMkLst>
            <pc:docMk/>
            <pc:sldMk cId="3681583420" sldId="282"/>
            <ac:spMk id="36" creationId="{80F84C33-2FF6-DB0F-E138-C5FDAFAD402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38" creationId="{9BD668BD-D64C-5D5A-013C-07C092DF704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19.191" v="1759" actId="1076"/>
          <ac:spMkLst>
            <pc:docMk/>
            <pc:sldMk cId="3681583420" sldId="282"/>
            <ac:spMk id="40" creationId="{0EFEB566-4EA7-A655-D761-802DF0E2823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681583420" sldId="282"/>
            <ac:spMk id="42" creationId="{CC845708-FB86-322B-39D3-8B25414FF6A5}"/>
          </ac:spMkLst>
        </pc:sp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178874069" sldId="283"/>
        </pc:sldMkLst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3" creationId="{052638D8-3A74-7EF2-0B7F-5F75A93AA2F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7" creationId="{87CB0E5E-7423-7DFB-74F5-274673181CC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8" creationId="{937E865D-C8AE-BED5-43CB-A5C8BAFD139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9" creationId="{EE342BB3-287F-0710-492D-AB20BE0EA79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0" creationId="{CAD227D7-AE3C-9513-EB07-384600B17A7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11" creationId="{A1DDF2FF-A911-BAE7-274B-A31C0959B14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2" creationId="{0A2FFAB6-3582-285C-27B6-677F94DB31C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3" creationId="{325C83ED-FCC9-2116-8E82-0EAF31D90F1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28.708" v="1734" actId="1076"/>
          <ac:spMkLst>
            <pc:docMk/>
            <pc:sldMk cId="2178874069" sldId="283"/>
            <ac:spMk id="15" creationId="{523DCE11-71B6-6A53-6E83-99E7DFA4143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9" creationId="{0F798E89-8799-4B7B-C490-D2CFA9888F8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20.058" v="1733" actId="1076"/>
          <ac:spMkLst>
            <pc:docMk/>
            <pc:sldMk cId="2178874069" sldId="283"/>
            <ac:spMk id="21" creationId="{B67830B1-7863-F6DE-E4DF-CDA80F711F0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2:48.616" v="1739" actId="1076"/>
          <ac:spMkLst>
            <pc:docMk/>
            <pc:sldMk cId="2178874069" sldId="283"/>
            <ac:spMk id="22" creationId="{2EEEF12D-09C6-EFA9-0E63-55BC3A3E530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20.058" v="1733" actId="1076"/>
          <ac:spMkLst>
            <pc:docMk/>
            <pc:sldMk cId="2178874069" sldId="283"/>
            <ac:spMk id="26" creationId="{B7B8872E-7502-21E2-718E-02CB36CE7BE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28" creationId="{B0579AD4-B605-57FD-3FB6-0EECA5F9111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20.058" v="1733" actId="1076"/>
          <ac:spMkLst>
            <pc:docMk/>
            <pc:sldMk cId="2178874069" sldId="283"/>
            <ac:spMk id="31" creationId="{09C36585-4508-4EEA-0E8B-EF7186D2EB78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20.058" v="1733" actId="1076"/>
          <ac:spMkLst>
            <pc:docMk/>
            <pc:sldMk cId="2178874069" sldId="283"/>
            <ac:spMk id="34" creationId="{78FD921C-BCC5-C0E5-883B-CC457E6DBBF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36" creationId="{9D3057CD-8CA9-D95F-2051-FDC0D97B7D79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2:20.058" v="1733" actId="1076"/>
          <ac:spMkLst>
            <pc:docMk/>
            <pc:sldMk cId="2178874069" sldId="283"/>
            <ac:spMk id="38" creationId="{0F6D9FA6-F942-E111-D97F-EFD454BA368D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72" creationId="{EE7A11C9-C814-76B4-143B-9773CD29A25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76" creationId="{1349D292-01C2-0DE3-A906-BC2B70864358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78" creationId="{CBE3CD02-79CE-6ABC-0A08-2986C15AFA6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80" creationId="{50B37B52-BE84-8451-0415-58F01BE3789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84" creationId="{E6D46076-08DF-4BD1-B838-999C53CCEB8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86" creationId="{78FFA57A-3BEE-8A73-28C4-A2C5748E5CE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88" creationId="{D6E79DD4-EFB6-E696-6E05-463F7FCE2C8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90" creationId="{872867B6-5053-3C8A-EA2D-3EA69BBB9A8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6:26.823" v="1761" actId="1076"/>
          <ac:spMkLst>
            <pc:docMk/>
            <pc:sldMk cId="2178874069" sldId="283"/>
            <ac:spMk id="94" creationId="{64EF3AF1-BC67-6EA5-DBF1-04062A2BEBC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00" creationId="{9CE1120C-F617-18FD-61BF-BD0466B6B49D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178874069" sldId="283"/>
            <ac:spMk id="102" creationId="{4EE47A3C-36B1-CA1F-9A7E-5BAFFE51931E}"/>
          </ac:spMkLst>
        </pc:spChg>
      </pc:sldChg>
      <pc:sldChg chg="add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146933285" sldId="284"/>
        </pc:sldMkLst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3" creationId="{207A7B5D-30E1-7ACA-A229-2CA8B18C743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6" creationId="{05040D75-AA9A-EC4A-4DB2-198304B215F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7" creationId="{439697C2-ECFE-9D3A-FFCA-3FA268DF8E8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8" creationId="{346BAAF1-7EE8-3A59-E387-3CB4BD829AE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9" creationId="{C10BA58B-4CB9-267A-C7BE-A260F2EEDF9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11" creationId="{81DBFAFB-BA8B-0EAB-0B19-42FE165635B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12" creationId="{B1E897B5-EC73-EBFC-0391-72E18D0FC1B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13" creationId="{6A78103F-211F-E03E-1432-2F9C514B351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21" creationId="{EE65E3F2-ACBB-5A3A-7898-EB8F0BB51C8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22" creationId="{635514CC-6F86-8B4C-4601-79843B71545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26" creationId="{7D6B89D9-04E4-0899-2C54-E9B604F10E3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27" creationId="{386387F3-1D98-5EF6-114F-293E4F3DB15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31" creationId="{2E3EED7D-21E3-16CE-81A6-FCC28AB508D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32" creationId="{29BA1162-4654-B75A-2D07-7AB10352DFA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34" creationId="{DD9E1A86-28D6-19E1-78A5-F7296924C62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00.456" v="1741" actId="1076"/>
          <ac:spMkLst>
            <pc:docMk/>
            <pc:sldMk cId="1146933285" sldId="284"/>
            <ac:spMk id="36" creationId="{57EBDF34-3E15-4A7A-1D3C-B9309E77F2BF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40" creationId="{2E4FE665-3AE5-225C-18D4-718D83662F8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42" creationId="{F72534AB-1DFF-F354-DFBC-39B6008B242B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44" creationId="{B40DC48B-6BE0-8812-6AB0-D9F11419A25B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48" creationId="{FF7EDE41-A582-4348-5362-8ED03975368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50" creationId="{25E55236-A8D7-55F5-FACA-E0CF241398B0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52" creationId="{3966A9D7-36D3-468C-C08C-C0FEBF6CEAD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54" creationId="{DC2E3C81-A8C9-354B-1F40-52CA112CE58D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58" creationId="{E3E812C2-B691-4F9F-752A-45B497AAA861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7T15:23:04.028" v="1743" actId="1076"/>
          <ac:spMkLst>
            <pc:docMk/>
            <pc:sldMk cId="1146933285" sldId="284"/>
            <ac:spMk id="60" creationId="{4A7D1EB2-C752-BA7F-DE6F-4C253F924BC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146933285" sldId="284"/>
            <ac:spMk id="62" creationId="{4040F31A-6EA4-41FB-6818-D86A627325BF}"/>
          </ac:spMkLst>
        </pc:spChg>
      </pc:sldChg>
      <pc:sldChg chg="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051525980" sldId="285"/>
        </pc:sldMkLst>
        <pc:spChg chg="mod">
          <ac:chgData name="BUNYAN, Jack (NHS HUMBER HEALTH PARTNERSHIP - RWA)" userId="cc86845f-be38-43df-904e-f1295fc07ff6" providerId="ADAL" clId="{203D993B-4EA0-4727-B616-4A4EDAEC11B2}" dt="2026-07-07T15:23:53.029" v="1751" actId="1076"/>
          <ac:spMkLst>
            <pc:docMk/>
            <pc:sldMk cId="2051525980" sldId="285"/>
            <ac:spMk id="3" creationId="{46128238-A9DA-B2CE-6ECC-71CF30849EE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7" creationId="{E2DD8A9D-D1E6-8EFE-C159-B1BE6DABCF3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5.730" v="1749" actId="1076"/>
          <ac:spMkLst>
            <pc:docMk/>
            <pc:sldMk cId="2051525980" sldId="285"/>
            <ac:spMk id="8" creationId="{7DA47191-D202-BC5D-E2E6-491EDF6959F7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11" creationId="{A7CF479B-60FB-FBDB-50CF-90E1FF98CD5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13" creationId="{9AA591C5-BF37-B9BF-E657-D23AF4AE7DD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5.730" v="1749" actId="1076"/>
          <ac:spMkLst>
            <pc:docMk/>
            <pc:sldMk cId="2051525980" sldId="285"/>
            <ac:spMk id="15" creationId="{3E428B4C-3608-C97B-52D9-7B4AD538650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17" creationId="{2E974ECC-E8D6-355B-1D60-41EF5FD4EAD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18" creationId="{4830A32F-2026-05FC-E7E4-CF030A2E74A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19" creationId="{B82F8A33-6193-474A-5C16-E621F015C2F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21" creationId="{054551F9-CA95-38AC-93EB-48C57A29AB2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5.730" v="1749" actId="1076"/>
          <ac:spMkLst>
            <pc:docMk/>
            <pc:sldMk cId="2051525980" sldId="285"/>
            <ac:spMk id="22" creationId="{8BAF0352-6F3B-C682-6C4F-D3B2034ACB5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23" creationId="{F4EF38C2-BE75-8E24-896A-BB12BB0C4E0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26" creationId="{926AE298-70D0-13EE-E368-E9AE853D7E4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5.730" v="1749" actId="1076"/>
          <ac:spMkLst>
            <pc:docMk/>
            <pc:sldMk cId="2051525980" sldId="285"/>
            <ac:spMk id="27" creationId="{E08CC853-93D5-B324-0EF6-0A59DD45F0C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28" creationId="{D91949FF-8C9C-D4F4-9E98-D4AAEB88344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31" creationId="{8BE05790-CB02-89E0-D5BD-A91A83586170}"/>
          </ac:spMkLst>
        </pc:spChg>
        <pc:spChg chg="ord">
          <ac:chgData name="BUNYAN, Jack (NHS HUMBER HEALTH PARTNERSHIP - RWA)" userId="cc86845f-be38-43df-904e-f1295fc07ff6" providerId="ADAL" clId="{203D993B-4EA0-4727-B616-4A4EDAEC11B2}" dt="2026-07-07T15:23:56.584" v="1752" actId="166"/>
          <ac:spMkLst>
            <pc:docMk/>
            <pc:sldMk cId="2051525980" sldId="285"/>
            <ac:spMk id="33" creationId="{E05201D1-DBAA-50DB-D8A9-3ED2C450BDF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5.730" v="1749" actId="1076"/>
          <ac:spMkLst>
            <pc:docMk/>
            <pc:sldMk cId="2051525980" sldId="285"/>
            <ac:spMk id="34" creationId="{F1EBA0F6-BC4E-D910-D80E-B8A6BF10997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36" creationId="{014B0BD6-F27D-80DF-49FE-1B1BCCAD1D2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9.377" v="1750" actId="1076"/>
          <ac:spMkLst>
            <pc:docMk/>
            <pc:sldMk cId="2051525980" sldId="285"/>
            <ac:spMk id="37" creationId="{BDE36A6D-1B75-E833-9948-DEB718FE420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38" creationId="{C5088A25-61BB-531A-0739-820B9E9C7EC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9.377" v="1750" actId="1076"/>
          <ac:spMkLst>
            <pc:docMk/>
            <pc:sldMk cId="2051525980" sldId="285"/>
            <ac:spMk id="42" creationId="{85712335-48A9-0954-F8EC-FAF0AB7C366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44" creationId="{3829243E-46BC-7192-C48B-07A4C4DB952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051525980" sldId="285"/>
            <ac:spMk id="46" creationId="{CF1B63D2-1AA8-EE41-0FC4-082DC5A801D5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48" creationId="{E0DF238E-6674-43CF-9CFA-B703E5D5F2D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52" creationId="{29340297-DBA3-1C67-9CA4-955BCE6BE7C6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54" creationId="{A196423B-96A6-1D61-C993-23376AE58D1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30.941" v="1746" actId="1076"/>
          <ac:spMkLst>
            <pc:docMk/>
            <pc:sldMk cId="2051525980" sldId="285"/>
            <ac:spMk id="56" creationId="{B8BDB1ED-AC76-F93A-9D29-1089857C40A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58" creationId="{AD016B87-7A53-89D9-778B-D4C1304AC659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9.377" v="1750" actId="1076"/>
          <ac:spMkLst>
            <pc:docMk/>
            <pc:sldMk cId="2051525980" sldId="285"/>
            <ac:spMk id="60" creationId="{5821692E-C87D-2CFF-E462-EAD8ECA8463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7T15:23:41.484" v="1748" actId="1076"/>
          <ac:spMkLst>
            <pc:docMk/>
            <pc:sldMk cId="2051525980" sldId="285"/>
            <ac:spMk id="62" creationId="{B0235CF2-7F07-A7B3-25DD-DDCA0AB4E71C}"/>
          </ac:spMkLst>
        </pc:spChg>
      </pc:sldChg>
      <pc:sldChg chg="modSp ad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989418030" sldId="286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5" creationId="{D85DE414-A340-3ABB-8FB5-A94BEA3CB0C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6" creationId="{DB9C8694-509B-2B75-DDCB-3385C3B1CF4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14" creationId="{FD84A405-0EF4-8589-3701-B16ED4A5D19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17" creationId="{9A7DBDC6-674A-894B-5488-873843AA862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22" creationId="{A9A2BF5C-0498-1630-C6BB-8C220055172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23" creationId="{44324E4F-C09B-68AD-3F62-652048F1977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28" creationId="{6710CC67-4AEB-C0AE-C738-8B4883FCF96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34" creationId="{E2BABC1A-0224-B68C-739F-A7C9D67ECA60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37" creationId="{98291FAB-60A1-1E97-50A0-E3E6ED5A207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989418030" sldId="286"/>
            <ac:spMk id="44" creationId="{B488392A-55E9-E139-3609-7594C22DDA0A}"/>
          </ac:spMkLst>
        </pc:spChg>
      </pc:sldChg>
      <pc:sldChg chg="modSp ad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3476524147" sldId="287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5" creationId="{EF3DE476-A90C-F39D-A5AD-9EE63625338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7" creationId="{7EFF3194-B57F-D65D-7F44-A2B7AF535B2A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13" creationId="{67AC9EBC-BEEA-15D3-21BB-94BFDC64E8F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16" creationId="{B0A83D86-A51F-1257-ACB8-B175733FA55C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18" creationId="{F3F29EC5-F20F-12BC-F17D-88D285A272B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21" creationId="{63984222-C6D7-E7A9-5911-577EEE38E1D3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38" creationId="{17EC3206-CE05-A094-8354-0AD8FE3B244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40" creationId="{234630FB-76BB-1967-D6A0-582B489EA75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48" creationId="{B81E5D52-404D-BA41-5270-CC5EFAE8F16D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3476524147" sldId="287"/>
            <ac:spMk id="54" creationId="{657B30D4-2745-B54E-EAF8-B5691796D229}"/>
          </ac:spMkLst>
        </pc:sp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042374758" sldId="288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42374758" sldId="288"/>
            <ac:spMk id="4" creationId="{58B815F2-FA49-CFCD-9879-6637104DA8CB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042374758" sldId="288"/>
            <ac:spMk id="11" creationId="{E5A85CDA-A85E-9A4B-9F2C-556F9101C2A8}"/>
          </ac:spMkLst>
        </pc:spChg>
        <pc:cxnChg chg="add mod or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042374758" sldId="288"/>
            <ac:cxnSpMk id="15" creationId="{97732590-5031-CF4E-E6C2-8370B95524E3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1042374758" sldId="288"/>
            <ac:cxnSpMk id="21" creationId="{10243786-8ABF-09AD-C15B-15FFBE3C289A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234891616" sldId="289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234891616" sldId="289"/>
            <ac:spMk id="4" creationId="{3E66FBA3-A5C9-A3B8-6341-63EF2638F829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234891616" sldId="289"/>
            <ac:spMk id="10" creationId="{2114A014-281D-BDF4-C88C-CBC9833EFF7F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234891616" sldId="289"/>
            <ac:spMk id="11" creationId="{6FF120C3-7CD8-7D94-D238-201BDAB6B099}"/>
          </ac:spMkLst>
        </pc:spChg>
        <pc:cxnChg chg="add mod or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234891616" sldId="289"/>
            <ac:cxnSpMk id="2" creationId="{0D074D28-6D06-FEA4-D8C4-128694E054C3}"/>
          </ac:cxnSpMkLst>
        </pc:cxnChg>
        <pc:cxnChg chg="add mod or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234891616" sldId="289"/>
            <ac:cxnSpMk id="6" creationId="{79B5D515-807C-D816-814D-B4B31745351C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234891616" sldId="289"/>
            <ac:cxnSpMk id="15" creationId="{08995DDC-3209-FF08-4CE1-39E6703E6FB3}"/>
          </ac:cxnSpMkLst>
        </pc:cxnChg>
        <pc:cxnChg chg="mod or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234891616" sldId="289"/>
            <ac:cxnSpMk id="21" creationId="{8F578DF6-80EB-C072-505D-92358FB68ED5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505072164" sldId="290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05072164" sldId="290"/>
            <ac:spMk id="11" creationId="{BDE28FF1-1D46-4921-9735-5C591041DCA3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05072164" sldId="290"/>
            <ac:spMk id="13" creationId="{2208F579-5389-F66C-391D-0A67818D2A2F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05072164" sldId="290"/>
            <ac:spMk id="19" creationId="{26630665-5B5E-8D52-974B-C90261311B91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505072164" sldId="290"/>
            <ac:spMk id="28" creationId="{507CF2F1-8B62-DD9B-37CE-AC16C11D3485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505072164" sldId="290"/>
            <ac:cxnSpMk id="14" creationId="{2AF2FBDE-A59B-FBD6-7C92-26D124E9DEF3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505072164" sldId="290"/>
            <ac:cxnSpMk id="15" creationId="{D94F2FDA-F01B-01DF-6D01-E5DABB4FBA4B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15:02.001" v="2260"/>
          <ac:cxnSpMkLst>
            <pc:docMk/>
            <pc:sldMk cId="2505072164" sldId="290"/>
            <ac:cxnSpMk id="25" creationId="{933D80F9-2E0A-84FC-FBD5-3CDE31A2B44F}"/>
          </ac:cxnSpMkLst>
        </pc:cxnChg>
      </pc:sldChg>
      <pc:sldChg chg="addSp delSp modSp add mod modTransition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1963558457" sldId="291"/>
        </pc:sldMkLst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2" creationId="{C76B1AB6-B1AE-E4E2-AE6F-F707B5D58D72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4" creationId="{57500015-88B8-2C00-5F16-7CA7E0E66D6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3:58:43.254" v="1981" actId="208"/>
          <ac:spMkLst>
            <pc:docMk/>
            <pc:sldMk cId="1963558457" sldId="291"/>
            <ac:spMk id="5" creationId="{678B69FC-EEEA-4A7E-7B6B-DF0C0A38CB98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7" creationId="{E661714A-E66A-D286-B75D-4BC10B08B40B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9" creationId="{EC9B3A7D-C172-557E-551F-6F8294E29C7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11" creationId="{3266E3EA-C3EF-3329-40DA-F4A7310C1CC4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14" creationId="{DA0ADBE5-75E6-B429-9B9D-1AA96DDA530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17" creationId="{6DBE6CE4-164C-C723-0E68-D1B9784C585A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19" creationId="{FD4902E4-CDAA-CE7D-889F-5A70207E790E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20" creationId="{3F45DB93-7DF0-64BD-F61E-5950DDC23BDC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1963558457" sldId="291"/>
            <ac:spMk id="22" creationId="{82C92472-480D-92D9-42CF-D3FE2776F544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4:13.941" v="2252" actId="14100"/>
          <ac:spMkLst>
            <pc:docMk/>
            <pc:sldMk cId="1963558457" sldId="291"/>
            <ac:spMk id="27" creationId="{9D0AE460-96A2-C712-9F5B-BB67210E8E1C}"/>
          </ac:spMkLst>
        </pc:spChg>
        <pc:cxnChg chg="add mod">
          <ac:chgData name="BUNYAN, Jack (NHS HUMBER HEALTH PARTNERSHIP - RWA)" userId="cc86845f-be38-43df-904e-f1295fc07ff6" providerId="ADAL" clId="{203D993B-4EA0-4727-B616-4A4EDAEC11B2}" dt="2026-07-09T14:12:58.864" v="2244"/>
          <ac:cxnSpMkLst>
            <pc:docMk/>
            <pc:sldMk cId="1963558457" sldId="291"/>
            <ac:cxnSpMk id="23" creationId="{95AFE34A-FEF4-0C57-3118-D18C25A4A8C1}"/>
          </ac:cxnSpMkLst>
        </pc:cxnChg>
        <pc:cxnChg chg="add mod">
          <ac:chgData name="BUNYAN, Jack (NHS HUMBER HEALTH PARTNERSHIP - RWA)" userId="cc86845f-be38-43df-904e-f1295fc07ff6" providerId="ADAL" clId="{203D993B-4EA0-4727-B616-4A4EDAEC11B2}" dt="2026-07-09T14:12:58.864" v="2244"/>
          <ac:cxnSpMkLst>
            <pc:docMk/>
            <pc:sldMk cId="1963558457" sldId="291"/>
            <ac:cxnSpMk id="24" creationId="{ED69172B-8A1A-6C4B-E847-BB573B9138BA}"/>
          </ac:cxnSpMkLst>
        </pc:cxnChg>
      </pc:sldChg>
      <pc:sldChg chg="addSp delSp modSp add mod">
        <pc:chgData name="BUNYAN, Jack (NHS HUMBER HEALTH PARTNERSHIP - RWA)" userId="cc86845f-be38-43df-904e-f1295fc07ff6" providerId="ADAL" clId="{203D993B-4EA0-4727-B616-4A4EDAEC11B2}" dt="2026-07-09T14:15:02.001" v="2260"/>
        <pc:sldMkLst>
          <pc:docMk/>
          <pc:sldMk cId="2602933669" sldId="292"/>
        </pc:sldMkLst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2" creationId="{73E50DDE-57AA-FC7C-A2AB-E3FC3EC16AF8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4" creationId="{7344D048-50E7-FAB6-64FB-8D8AE24A8EA1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09:59.698" v="2194" actId="688"/>
          <ac:spMkLst>
            <pc:docMk/>
            <pc:sldMk cId="2602933669" sldId="292"/>
            <ac:spMk id="5" creationId="{A2D8BE02-6163-44F2-02EC-A8795FD7D56E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7" creationId="{D717E0C5-8B4B-4D3D-B8F0-90BE6B76C845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8" creationId="{2BC82AA6-C87C-CA65-37F2-F616CF5EDAD4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1" creationId="{4B1263D2-9D17-787F-D157-1A59488AE5F9}"/>
          </ac:spMkLst>
        </pc:spChg>
        <pc:spChg chg="add mod or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2" creationId="{16656DFC-7A5E-3AF5-CA8C-5A6870CBDCDB}"/>
          </ac:spMkLst>
        </pc:spChg>
        <pc:spChg chg="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4" creationId="{F89E81B7-AB35-8FF4-E3D1-992ABCB013B2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6" creationId="{BD671AF3-5E72-F6DB-634E-42B8EF791938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7" creationId="{E6869912-9E67-A5EA-DAF4-FAF7CAA35074}"/>
          </ac:spMkLst>
        </pc:spChg>
        <pc:spChg chg="add mod">
          <ac:chgData name="BUNYAN, Jack (NHS HUMBER HEALTH PARTNERSHIP - RWA)" userId="cc86845f-be38-43df-904e-f1295fc07ff6" providerId="ADAL" clId="{203D993B-4EA0-4727-B616-4A4EDAEC11B2}" dt="2026-07-09T14:15:02.001" v="2260"/>
          <ac:spMkLst>
            <pc:docMk/>
            <pc:sldMk cId="2602933669" sldId="292"/>
            <ac:spMk id="19" creationId="{6AB81711-3100-14AE-8C93-6B6510FC8FBD}"/>
          </ac:spMkLst>
        </pc:spChg>
        <pc:cxnChg chg="mod">
          <ac:chgData name="BUNYAN, Jack (NHS HUMBER HEALTH PARTNERSHIP - RWA)" userId="cc86845f-be38-43df-904e-f1295fc07ff6" providerId="ADAL" clId="{203D993B-4EA0-4727-B616-4A4EDAEC11B2}" dt="2026-07-09T14:11:04.267" v="2239" actId="14100"/>
          <ac:cxnSpMkLst>
            <pc:docMk/>
            <pc:sldMk cId="2602933669" sldId="292"/>
            <ac:cxnSpMk id="6" creationId="{DE24C0FD-8BD1-07F5-CD13-C8788432ED81}"/>
          </ac:cxnSpMkLst>
        </pc:cxnChg>
        <pc:cxnChg chg="mod">
          <ac:chgData name="BUNYAN, Jack (NHS HUMBER HEALTH PARTNERSHIP - RWA)" userId="cc86845f-be38-43df-904e-f1295fc07ff6" providerId="ADAL" clId="{203D993B-4EA0-4727-B616-4A4EDAEC11B2}" dt="2026-07-09T14:09:05.757" v="2191" actId="1076"/>
          <ac:cxnSpMkLst>
            <pc:docMk/>
            <pc:sldMk cId="2602933669" sldId="292"/>
            <ac:cxnSpMk id="25" creationId="{8E60F5CE-C460-6A92-5F4F-09296CC2AD6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78222"/>
            <a:ext cx="10800160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781306"/>
            <a:ext cx="10800160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5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012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94830"/>
            <a:ext cx="12420184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817875"/>
            <a:ext cx="12420184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88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916484"/>
            <a:ext cx="612009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916484"/>
            <a:ext cx="6120091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61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83297"/>
            <a:ext cx="12420184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764832"/>
            <a:ext cx="6091965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629749"/>
            <a:ext cx="6091965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764832"/>
            <a:ext cx="612196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629749"/>
            <a:ext cx="6121966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10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57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79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79954"/>
            <a:ext cx="4644443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036569"/>
            <a:ext cx="7290108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159794"/>
            <a:ext cx="4644443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9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79954"/>
            <a:ext cx="4644443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036569"/>
            <a:ext cx="7290108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159794"/>
            <a:ext cx="4644443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45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59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83297"/>
            <a:ext cx="3105046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83297"/>
            <a:ext cx="9135135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95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83297"/>
            <a:ext cx="12420184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916484"/>
            <a:ext cx="12420184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672697"/>
            <a:ext cx="324004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8E88E-6E8E-483B-8D26-7870E5A4E588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672697"/>
            <a:ext cx="486007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672697"/>
            <a:ext cx="324004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90007-FFED-45E3-96B8-7A24EB4B4F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35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31" Type="http://schemas.openxmlformats.org/officeDocument/2006/relationships/image" Target="../media/image61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8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8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" Type="http://schemas.openxmlformats.org/officeDocument/2006/relationships/image" Target="../media/image97.png"/><Relationship Id="rId21" Type="http://schemas.openxmlformats.org/officeDocument/2006/relationships/image" Target="../media/image115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2" Type="http://schemas.openxmlformats.org/officeDocument/2006/relationships/image" Target="../media/image96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8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" Type="http://schemas.openxmlformats.org/officeDocument/2006/relationships/image" Target="../media/image97.png"/><Relationship Id="rId21" Type="http://schemas.openxmlformats.org/officeDocument/2006/relationships/image" Target="../media/image115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2" Type="http://schemas.openxmlformats.org/officeDocument/2006/relationships/image" Target="../media/image96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8" Type="http://schemas.openxmlformats.org/officeDocument/2006/relationships/image" Target="../media/image10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" Type="http://schemas.openxmlformats.org/officeDocument/2006/relationships/image" Target="../media/image97.png"/><Relationship Id="rId21" Type="http://schemas.openxmlformats.org/officeDocument/2006/relationships/image" Target="../media/image115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2" Type="http://schemas.openxmlformats.org/officeDocument/2006/relationships/image" Target="../media/image96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8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35.png"/><Relationship Id="rId7" Type="http://schemas.openxmlformats.org/officeDocument/2006/relationships/image" Target="../media/image131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36.png"/><Relationship Id="rId7" Type="http://schemas.openxmlformats.org/officeDocument/2006/relationships/image" Target="../media/image13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37.png"/><Relationship Id="rId7" Type="http://schemas.openxmlformats.org/officeDocument/2006/relationships/image" Target="../media/image13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33.png"/><Relationship Id="rId7" Type="http://schemas.openxmlformats.org/officeDocument/2006/relationships/image" Target="../media/image13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32.png"/><Relationship Id="rId4" Type="http://schemas.openxmlformats.org/officeDocument/2006/relationships/image" Target="../media/image1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38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41.png"/><Relationship Id="rId7" Type="http://schemas.openxmlformats.org/officeDocument/2006/relationships/image" Target="../media/image13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44.png"/><Relationship Id="rId7" Type="http://schemas.openxmlformats.org/officeDocument/2006/relationships/image" Target="../media/image13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33.png"/><Relationship Id="rId7" Type="http://schemas.openxmlformats.org/officeDocument/2006/relationships/image" Target="../media/image13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29.png"/><Relationship Id="rId4" Type="http://schemas.openxmlformats.org/officeDocument/2006/relationships/image" Target="../media/image1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B0BA-2A6C-6399-9172-07A51B7F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D1D476-84B7-6AD0-8380-38553ACD094D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A8F4F-EC24-0E3D-EBE5-1D899E0CFCE7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F0DAD2A8-9CD9-653A-523B-9F46A7546759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4F528CFF-4314-689F-8EC1-0A0FB88B75DD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4AF4A17-AE22-F952-8885-2F415AFE54FC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54B15DC-8BBD-5E9C-18B3-B286E263925E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3690F4C-6547-154A-AAA8-BFEAFD8D897D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194F294-7F16-7067-4E65-EB379DC75C90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2E54C0-43A9-2B23-9152-EA3BBA2A079B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FC0050-F589-23B3-361D-71DFCCC572E1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746A7B-D909-59AD-F59A-A0AB23458567}"/>
              </a:ext>
            </a:extLst>
          </p:cNvPr>
          <p:cNvCxnSpPr>
            <a:cxnSpLocks/>
          </p:cNvCxnSpPr>
          <p:nvPr/>
        </p:nvCxnSpPr>
        <p:spPr>
          <a:xfrm>
            <a:off x="504943" y="8025493"/>
            <a:ext cx="11681502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2AF687-FE80-F205-6E6F-7873087B161A}"/>
              </a:ext>
            </a:extLst>
          </p:cNvPr>
          <p:cNvCxnSpPr>
            <a:cxnSpLocks/>
          </p:cNvCxnSpPr>
          <p:nvPr/>
        </p:nvCxnSpPr>
        <p:spPr>
          <a:xfrm>
            <a:off x="487304" y="6657979"/>
            <a:ext cx="17640" cy="142875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8EFC27F-8007-87CE-0BC9-69C3B0C05B86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p:sp>
        <p:nvSpPr>
          <p:cNvPr id="2" name="Circle: Hollow 1">
            <a:extLst>
              <a:ext uri="{FF2B5EF4-FFF2-40B4-BE49-F238E27FC236}">
                <a16:creationId xmlns:a16="http://schemas.microsoft.com/office/drawing/2014/main" id="{975AD271-F8AE-F488-BFF0-21F5BB0454A5}"/>
              </a:ext>
            </a:extLst>
          </p:cNvPr>
          <p:cNvSpPr/>
          <p:nvPr/>
        </p:nvSpPr>
        <p:spPr>
          <a:xfrm>
            <a:off x="157957" y="652939"/>
            <a:ext cx="658690" cy="5947886"/>
          </a:xfrm>
          <a:prstGeom prst="donu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97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C7313-C811-5899-E1AC-551E39D6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27C822-1A40-31DE-8F08-5C19F677DAE1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0F73C-BE7B-E7AB-F1AB-AC2ACA645A93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EFE5055F-84D9-2F93-952D-90281D3E6C3F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8805EC48-4968-2577-9065-B85E86158182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AF16384-99CD-4C76-AF7E-F86F7238211F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D1AB307B-5802-BB6B-B77A-38CC59916D0D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984E309-929C-E998-92D8-5DA62A014106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1D7B5F9F-D9F3-F2DD-CECF-68120594478A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8DA926-F7A2-F135-A954-5BA477C3514B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5FC58C-097D-8317-FEC9-750478A63CD3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26B419-74A5-EEEC-6267-9150813CF0CB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FA36C9-C6D1-B01E-D4D9-AB16CDE12F1D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2C1871A-4EB3-534E-E29F-F3B0BB74D6F4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38495F0-2EA0-6AD9-5E9A-2C5FC18B89A9}"/>
              </a:ext>
            </a:extLst>
          </p:cNvPr>
          <p:cNvCxnSpPr>
            <a:cxnSpLocks/>
          </p:cNvCxnSpPr>
          <p:nvPr/>
        </p:nvCxnSpPr>
        <p:spPr>
          <a:xfrm>
            <a:off x="-10553700" y="4057887"/>
            <a:ext cx="1022123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62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D8D4-5F87-A8EE-2AD4-82F5C802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897F72-0FA6-D2D1-4246-34308F7ED967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50636-9065-5229-844E-F6BBE8C60BD6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D04CCE7-BE6D-4E49-B257-B52F01EFCF80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0624D640-5310-4E49-3ABD-E96CC2EA703D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C8454BF-5677-C7D9-7D07-8B119BBFBD86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68A06CB3-F585-7647-6494-A2F9F07403A1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F6487226-76CB-F005-EC09-AAE9F5B04ADC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7F0FA7E-57FB-4801-F3DE-499335EBDE3C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F55BB6-5F46-85F5-0891-7BFADEF5E865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928E68-F210-FD5F-C6DB-AE1B65208D4B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2E05B5-723B-0B28-9664-CD05B5AD70C0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27E9B4-0F33-CC9C-7F56-C4DBE578173E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5446BD2-C100-1BB6-7D3B-1B51E55AF758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D335079-2711-9318-B24B-404BF4513A9E}"/>
              </a:ext>
            </a:extLst>
          </p:cNvPr>
          <p:cNvCxnSpPr>
            <a:cxnSpLocks/>
          </p:cNvCxnSpPr>
          <p:nvPr/>
        </p:nvCxnSpPr>
        <p:spPr>
          <a:xfrm>
            <a:off x="-10781506" y="4057887"/>
            <a:ext cx="10221230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FA12D49-2B21-1B6C-B328-EAC0439FD9A2}"/>
                  </a:ext>
                </a:extLst>
              </p:cNvPr>
              <p:cNvSpPr/>
              <p:nvPr/>
            </p:nvSpPr>
            <p:spPr>
              <a:xfrm>
                <a:off x="-48530" y="387788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FA12D49-2B21-1B6C-B328-EAC0439FD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530" y="3877887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3998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B07A-55E6-E192-16DE-C0C4A410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8F376-FE15-D2F8-FD54-76A62B2DEA84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8087F-C7B7-3044-A2F2-CD7D5994B45A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7E79990E-48CD-F5F2-69CD-3A4CF3EBEFF7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2E765AF-ECB2-9E34-D62F-3B4142C4D9CD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77F7813-3D4F-6559-1973-319684B3BE66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A4C8C7B-9614-52A8-179C-46F4C09319A4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E3F42E1D-DEB8-6793-49B9-8EA193896E60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D16961F2-18C1-B6D6-D4D4-1BEFD09EFB05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07BE93-B270-1928-ECE8-7BA02EF4F7D4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5084EB-1289-81DD-DC45-0E32E411F229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C4F9D8-D445-238C-A684-7A1AF953EC5E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12F592-17B3-70FD-E09E-104A75C75042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9E69A5A-92B0-C3D3-74DE-D4F0D3DA4C2C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10E99D-6D11-5A5D-D25E-4C375C36A024}"/>
                  </a:ext>
                </a:extLst>
              </p:cNvPr>
              <p:cNvSpPr/>
              <p:nvPr/>
            </p:nvSpPr>
            <p:spPr>
              <a:xfrm>
                <a:off x="2056183" y="182380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810E99D-6D11-5A5D-D25E-4C375C36A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183" y="1823805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EB680F-D97C-21F4-346E-8091691857A3}"/>
                  </a:ext>
                </a:extLst>
              </p:cNvPr>
              <p:cNvSpPr/>
              <p:nvPr/>
            </p:nvSpPr>
            <p:spPr>
              <a:xfrm>
                <a:off x="2355072" y="209274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AEB680F-D97C-21F4-346E-809169185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072" y="2092748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33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03489-94B9-ED31-BD28-3EF34ED6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43BC92-04C1-8CEA-102C-E70DC5D83EAC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32156-5CD7-4AFC-C8DD-4C5A96AE8569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1FA7137C-1460-13D1-1B66-982979FB3ECE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E1DC3AE-1752-50EA-7E5F-0591B31AE6A9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23EE0D1-079E-AA6D-EB7B-0B7C832E281E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6F903EC9-A2DA-D4F6-9A6B-588205C904F4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389FAB3-C76E-7539-0EF1-3B461608C521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F5D9254-1FB5-8594-A7CD-196AA82C2D23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9959D2-B7C2-4BFC-8BDF-68E565340A34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1E9878-A98F-BA18-413F-E3C8A05DBB4B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53F900-D303-9535-9ADA-D9F6F5BF71AE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15CBEA-EC6F-3DA8-C452-14961682399C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6395D2E-0336-D6A5-E21D-282EF20D22BB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B49EA79-15EC-A659-79DC-A1BD4B447EE4}"/>
                  </a:ext>
                </a:extLst>
              </p:cNvPr>
              <p:cNvSpPr/>
              <p:nvPr/>
            </p:nvSpPr>
            <p:spPr>
              <a:xfrm>
                <a:off x="4141376" y="43866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B49EA79-15EC-A659-79DC-A1BD4B447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376" y="4386686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918D4E1-2BD7-4DC0-B660-73C0F1E9DFBD}"/>
                  </a:ext>
                </a:extLst>
              </p:cNvPr>
              <p:cNvSpPr/>
              <p:nvPr/>
            </p:nvSpPr>
            <p:spPr>
              <a:xfrm>
                <a:off x="4472425" y="466943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6918D4E1-2BD7-4DC0-B660-73C0F1E9D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425" y="4669432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A7DB872-D46D-BC47-CCBE-049334A5B881}"/>
                  </a:ext>
                </a:extLst>
              </p:cNvPr>
              <p:cNvSpPr/>
              <p:nvPr/>
            </p:nvSpPr>
            <p:spPr>
              <a:xfrm>
                <a:off x="4411318" y="402668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A7DB872-D46D-BC47-CCBE-049334A5B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318" y="4026687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73B452-AD0B-70FD-4624-CCD9C8DD9DF5}"/>
                  </a:ext>
                </a:extLst>
              </p:cNvPr>
              <p:cNvSpPr/>
              <p:nvPr/>
            </p:nvSpPr>
            <p:spPr>
              <a:xfrm>
                <a:off x="4742368" y="430943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673B452-AD0B-70FD-4624-CCD9C8DD9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368" y="4309432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62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208F-04FB-F9B8-487A-ED8F9135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3F67A7-7896-47B6-97CC-1BBD18CF507B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7C8D8A-D565-2D52-DF70-7E2EC74F3054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FED88457-A764-F83F-3C5B-F97A4DC36F5E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D3EBB8A3-A96F-2F76-D6EB-D3FD590933C8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09B9D24-DA81-C110-8516-BC4104733232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C2DB41F-92B3-0938-1FDA-54416E345C04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5C2130D-7429-DF4B-5EE6-E054D92F5696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DFE492B7-3552-386F-8F9C-4E262CA5B5A1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8115F8-350E-4AB4-4640-3CA396BCF5CC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8EEBD5-E640-4A7F-F6A4-6A7006434379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C034E9-1A28-3CC5-7E70-8A337787341C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9772B0-6AE0-9A33-DF3B-23BBC3DD98B5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4EA6713-9F88-EAD0-B381-6BC628663451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43F975E-4DC4-2AB7-9409-945F6D187456}"/>
                  </a:ext>
                </a:extLst>
              </p:cNvPr>
              <p:cNvSpPr/>
              <p:nvPr/>
            </p:nvSpPr>
            <p:spPr>
              <a:xfrm>
                <a:off x="5870213" y="182128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43F975E-4DC4-2AB7-9409-945F6D1874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213" y="1821287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7F92708-9560-C9E3-AF23-5029A8128616}"/>
                  </a:ext>
                </a:extLst>
              </p:cNvPr>
              <p:cNvSpPr/>
              <p:nvPr/>
            </p:nvSpPr>
            <p:spPr>
              <a:xfrm>
                <a:off x="6201263" y="210403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7F92708-9560-C9E3-AF23-5029A812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63" y="2104031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8527498-DB2B-736E-BD66-A42FBFB1D5DF}"/>
                  </a:ext>
                </a:extLst>
              </p:cNvPr>
              <p:cNvSpPr/>
              <p:nvPr/>
            </p:nvSpPr>
            <p:spPr>
              <a:xfrm>
                <a:off x="5553711" y="20012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8527498-DB2B-736E-BD66-A42FBFB1D5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11" y="2001286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B6808A5-99A8-0FDA-F152-9BFF16DEA153}"/>
                  </a:ext>
                </a:extLst>
              </p:cNvPr>
              <p:cNvSpPr/>
              <p:nvPr/>
            </p:nvSpPr>
            <p:spPr>
              <a:xfrm>
                <a:off x="5884761" y="228403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B6808A5-99A8-0FDA-F152-9BFF16DEA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4761" y="2284032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480C2BE-02C2-A2D1-5E30-41231A65605E}"/>
                  </a:ext>
                </a:extLst>
              </p:cNvPr>
              <p:cNvSpPr/>
              <p:nvPr/>
            </p:nvSpPr>
            <p:spPr>
              <a:xfrm>
                <a:off x="5537398" y="161508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480C2BE-02C2-A2D1-5E30-41231A6560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398" y="1615087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54D8489-065E-ADDB-BF23-B7407EA8FB84}"/>
                  </a:ext>
                </a:extLst>
              </p:cNvPr>
              <p:cNvSpPr/>
              <p:nvPr/>
            </p:nvSpPr>
            <p:spPr>
              <a:xfrm>
                <a:off x="5868448" y="189783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54D8489-065E-ADDB-BF23-B7407EA8F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448" y="1897831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9D70403-976A-CC9D-DA37-10FD017CAA85}"/>
                  </a:ext>
                </a:extLst>
              </p:cNvPr>
              <p:cNvSpPr/>
              <p:nvPr/>
            </p:nvSpPr>
            <p:spPr>
              <a:xfrm>
                <a:off x="5220895" y="17950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9D70403-976A-CC9D-DA37-10FD017CA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895" y="1795086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B0D76E-2AFB-FFA8-926F-BDB971EEB9D5}"/>
                  </a:ext>
                </a:extLst>
              </p:cNvPr>
              <p:cNvSpPr/>
              <p:nvPr/>
            </p:nvSpPr>
            <p:spPr>
              <a:xfrm>
                <a:off x="5551945" y="207783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B0D76E-2AFB-FFA8-926F-BDB971EEB9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945" y="2077832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9082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9648-074B-379C-D12A-6342021C9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184B96-86D0-B102-A2A8-271943E9DB6B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AD7740-B014-EF1A-C68F-002BA25C43F1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2927CF7-EB09-0847-FAEA-A86856207C94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AC06E40-0E9E-C4D3-9972-D1D2E31F4A69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987EC6B-3B4D-C32D-916A-932EF9529411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2044617-1EE9-7DCD-9D78-0562D8091523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C7D03764-A654-2F21-62CF-D1FF7B8B6FE4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D726F99-DAAF-BE33-B3D3-4147522E2C98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861C96-A947-A641-22DD-95FDBAE06979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E037E1-1AB3-8D85-8AF3-5EFE2B20B1AD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19D1CD-DBDB-0085-ADC7-6D89D381AECB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39BF63-7A2D-A56C-07AA-43DE303AC047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2434463-581C-3BE3-BCE3-DB929734C158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46AFEC4-27D8-1DB6-706C-65E6A925AA63}"/>
                  </a:ext>
                </a:extLst>
              </p:cNvPr>
              <p:cNvSpPr/>
              <p:nvPr/>
            </p:nvSpPr>
            <p:spPr>
              <a:xfrm>
                <a:off x="8246677" y="394586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46AFEC4-27D8-1DB6-706C-65E6A925AA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77" y="3945860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F8CE833-5E67-8C4A-985F-4A1424534319}"/>
                  </a:ext>
                </a:extLst>
              </p:cNvPr>
              <p:cNvSpPr/>
              <p:nvPr/>
            </p:nvSpPr>
            <p:spPr>
              <a:xfrm>
                <a:off x="8577727" y="422860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F8CE833-5E67-8C4A-985F-4A1424534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7727" y="4228604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4E16FE-F332-6134-851C-C51367591E23}"/>
                  </a:ext>
                </a:extLst>
              </p:cNvPr>
              <p:cNvSpPr/>
              <p:nvPr/>
            </p:nvSpPr>
            <p:spPr>
              <a:xfrm>
                <a:off x="7930175" y="412585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4E16FE-F332-6134-851C-C51367591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175" y="4125859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931B62F-B931-735B-5AA4-13C38A07AEEC}"/>
                  </a:ext>
                </a:extLst>
              </p:cNvPr>
              <p:cNvSpPr/>
              <p:nvPr/>
            </p:nvSpPr>
            <p:spPr>
              <a:xfrm>
                <a:off x="8261225" y="440860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931B62F-B931-735B-5AA4-13C38A07AE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225" y="4408605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193C11-1700-A2CB-AE2F-8EA8463D20DA}"/>
                  </a:ext>
                </a:extLst>
              </p:cNvPr>
              <p:cNvSpPr/>
              <p:nvPr/>
            </p:nvSpPr>
            <p:spPr>
              <a:xfrm>
                <a:off x="7876221" y="431311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193C11-1700-A2CB-AE2F-8EA8463D20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221" y="4313116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5EEC472-9CB5-E846-9E21-D57A2F6A8010}"/>
                  </a:ext>
                </a:extLst>
              </p:cNvPr>
              <p:cNvSpPr/>
              <p:nvPr/>
            </p:nvSpPr>
            <p:spPr>
              <a:xfrm>
                <a:off x="8207271" y="459586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5EEC472-9CB5-E846-9E21-D57A2F6A80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271" y="4595861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48421EF-3E5D-36E9-978B-69C7C09780D0}"/>
                  </a:ext>
                </a:extLst>
              </p:cNvPr>
              <p:cNvSpPr/>
              <p:nvPr/>
            </p:nvSpPr>
            <p:spPr>
              <a:xfrm>
                <a:off x="7559717" y="449311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48421EF-3E5D-36E9-978B-69C7C0978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17" y="4493116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F1EF422-EDA2-D3B1-7824-788F4FC8DE6A}"/>
                  </a:ext>
                </a:extLst>
              </p:cNvPr>
              <p:cNvSpPr/>
              <p:nvPr/>
            </p:nvSpPr>
            <p:spPr>
              <a:xfrm>
                <a:off x="7890767" y="477586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F1EF422-EDA2-D3B1-7824-788F4FC8DE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767" y="4775860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C2D4BA6-B05A-DDC9-2536-602E71E06EC4}"/>
                  </a:ext>
                </a:extLst>
              </p:cNvPr>
              <p:cNvSpPr/>
              <p:nvPr/>
            </p:nvSpPr>
            <p:spPr>
              <a:xfrm>
                <a:off x="8491564" y="352669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C2D4BA6-B05A-DDC9-2536-602E71E06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564" y="3526694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90FFC2C-F313-64C7-157E-72BA103C7F59}"/>
                  </a:ext>
                </a:extLst>
              </p:cNvPr>
              <p:cNvSpPr/>
              <p:nvPr/>
            </p:nvSpPr>
            <p:spPr>
              <a:xfrm>
                <a:off x="8822614" y="380943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90FFC2C-F313-64C7-157E-72BA103C7F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614" y="3809438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71ED3E0-324C-123E-C39C-5151E301A04A}"/>
                  </a:ext>
                </a:extLst>
              </p:cNvPr>
              <p:cNvSpPr/>
              <p:nvPr/>
            </p:nvSpPr>
            <p:spPr>
              <a:xfrm>
                <a:off x="8175060" y="370669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71ED3E0-324C-123E-C39C-5151E301A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060" y="3706693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92C621F-D9B9-69B7-6AD0-FE9F5581FA2B}"/>
                  </a:ext>
                </a:extLst>
              </p:cNvPr>
              <p:cNvSpPr/>
              <p:nvPr/>
            </p:nvSpPr>
            <p:spPr>
              <a:xfrm>
                <a:off x="8506110" y="398943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92C621F-D9B9-69B7-6AD0-FE9F5581F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110" y="3989439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0F84C33-2FF6-DB0F-E138-C5FDAFAD402A}"/>
                  </a:ext>
                </a:extLst>
              </p:cNvPr>
              <p:cNvSpPr/>
              <p:nvPr/>
            </p:nvSpPr>
            <p:spPr>
              <a:xfrm>
                <a:off x="8121106" y="389395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0F84C33-2FF6-DB0F-E138-C5FDAFAD4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106" y="3893950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BD668BD-D64C-5D5A-013C-07C092DF7042}"/>
                  </a:ext>
                </a:extLst>
              </p:cNvPr>
              <p:cNvSpPr/>
              <p:nvPr/>
            </p:nvSpPr>
            <p:spPr>
              <a:xfrm>
                <a:off x="8452156" y="417669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BD668BD-D64C-5D5A-013C-07C092DF70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56" y="4176695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EFEB566-4EA7-A655-D761-802DF0E2823E}"/>
                  </a:ext>
                </a:extLst>
              </p:cNvPr>
              <p:cNvSpPr/>
              <p:nvPr/>
            </p:nvSpPr>
            <p:spPr>
              <a:xfrm>
                <a:off x="7804604" y="407395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EFEB566-4EA7-A655-D761-802DF0E282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604" y="4073950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C845708-FB86-322B-39D3-8B25414FF6A5}"/>
                  </a:ext>
                </a:extLst>
              </p:cNvPr>
              <p:cNvSpPr/>
              <p:nvPr/>
            </p:nvSpPr>
            <p:spPr>
              <a:xfrm>
                <a:off x="8135654" y="435669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C845708-FB86-322B-39D3-8B25414FF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654" y="4356694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583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D807-5AD9-71A4-2ADE-4FC511352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A67466-77AD-AD6A-76C9-1A2D4899735C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20C4B-0B1A-D7C1-E3C8-7D80051610AD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2E58EFB5-D351-DE05-844E-7ADBE9DA0005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AD227D7-AE3C-9513-EB07-384600B17A7F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A2FFAB6-3582-285C-27B6-677F94DB31CF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94AA277A-72B2-23B0-3025-91F802272381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FDE2439-20FB-4781-163C-F54C0D3319EB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AF0D9E0-D996-071C-5DB9-BFFAD2918E2F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FA6FAB-37D6-C39E-A971-EA45DF24983C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85E337-6ACF-7127-A7B3-82726620CBAE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6EF13CD-8D6E-F231-E35D-A210FC3AA356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CA2A6F-A3F3-75C3-97EA-950C7C59CE8A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8B83CB2-FD3C-64A7-D3B5-C01AE2AE5024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7CB0E5E-7423-7DFB-74F5-274673181CC5}"/>
                  </a:ext>
                </a:extLst>
              </p:cNvPr>
              <p:cNvSpPr/>
              <p:nvPr/>
            </p:nvSpPr>
            <p:spPr>
              <a:xfrm>
                <a:off x="9719727" y="21825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7CB0E5E-7423-7DFB-74F5-274673181C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727" y="2182529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52638D8-3A74-7EF2-0B7F-5F75A93AA2F1}"/>
                  </a:ext>
                </a:extLst>
              </p:cNvPr>
              <p:cNvSpPr/>
              <p:nvPr/>
            </p:nvSpPr>
            <p:spPr>
              <a:xfrm>
                <a:off x="10050777" y="246527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52638D8-3A74-7EF2-0B7F-5F75A93AA2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0777" y="2465273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7E865D-C8AE-BED5-43CB-A5C8BAFD1397}"/>
                  </a:ext>
                </a:extLst>
              </p:cNvPr>
              <p:cNvSpPr/>
              <p:nvPr/>
            </p:nvSpPr>
            <p:spPr>
              <a:xfrm>
                <a:off x="9403223" y="236252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7E865D-C8AE-BED5-43CB-A5C8BAFD1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223" y="2362528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1DDF2FF-A911-BAE7-274B-A31C0959B14C}"/>
                  </a:ext>
                </a:extLst>
              </p:cNvPr>
              <p:cNvSpPr/>
              <p:nvPr/>
            </p:nvSpPr>
            <p:spPr>
              <a:xfrm>
                <a:off x="9734274" y="264527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1DDF2FF-A911-BAE7-274B-A31C0959B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274" y="2645274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E342BB3-287F-0710-492D-AB20BE0EA798}"/>
                  </a:ext>
                </a:extLst>
              </p:cNvPr>
              <p:cNvSpPr/>
              <p:nvPr/>
            </p:nvSpPr>
            <p:spPr>
              <a:xfrm>
                <a:off x="9349269" y="254978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E342BB3-287F-0710-492D-AB20BE0EA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269" y="2549785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23DCE11-71B6-6A53-6E83-99E7DFA4143E}"/>
                  </a:ext>
                </a:extLst>
              </p:cNvPr>
              <p:cNvSpPr/>
              <p:nvPr/>
            </p:nvSpPr>
            <p:spPr>
              <a:xfrm>
                <a:off x="9680319" y="28325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23DCE11-71B6-6A53-6E83-99E7DFA41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319" y="2832529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F798E89-8799-4B7B-C490-D2CFA9888F89}"/>
                  </a:ext>
                </a:extLst>
              </p:cNvPr>
              <p:cNvSpPr/>
              <p:nvPr/>
            </p:nvSpPr>
            <p:spPr>
              <a:xfrm>
                <a:off x="9032767" y="27297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F798E89-8799-4B7B-C490-D2CFA9888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767" y="2729784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EEEF12D-09C6-EFA9-0E63-55BC3A3E5304}"/>
                  </a:ext>
                </a:extLst>
              </p:cNvPr>
              <p:cNvSpPr/>
              <p:nvPr/>
            </p:nvSpPr>
            <p:spPr>
              <a:xfrm>
                <a:off x="9349269" y="289564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EEEF12D-09C6-EFA9-0E63-55BC3A3E53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269" y="2895641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25C83ED-FCC9-2116-8E82-0EAF31D90F1F}"/>
                  </a:ext>
                </a:extLst>
              </p:cNvPr>
              <p:cNvSpPr/>
              <p:nvPr/>
            </p:nvSpPr>
            <p:spPr>
              <a:xfrm>
                <a:off x="9176414" y="165675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25C83ED-FCC9-2116-8E82-0EAF31D90F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414" y="1656756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67830B1-7863-F6DE-E4DF-CDA80F711F08}"/>
                  </a:ext>
                </a:extLst>
              </p:cNvPr>
              <p:cNvSpPr/>
              <p:nvPr/>
            </p:nvSpPr>
            <p:spPr>
              <a:xfrm>
                <a:off x="9507464" y="193950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67830B1-7863-F6DE-E4DF-CDA80F711F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464" y="1939502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7B8872E-7502-21E2-718E-02CB36CE7BE2}"/>
                  </a:ext>
                </a:extLst>
              </p:cNvPr>
              <p:cNvSpPr/>
              <p:nvPr/>
            </p:nvSpPr>
            <p:spPr>
              <a:xfrm>
                <a:off x="8859910" y="183675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7B8872E-7502-21E2-718E-02CB36CE7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910" y="1836757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0579AD4-B605-57FD-3FB6-0EECA5F9111C}"/>
                  </a:ext>
                </a:extLst>
              </p:cNvPr>
              <p:cNvSpPr/>
              <p:nvPr/>
            </p:nvSpPr>
            <p:spPr>
              <a:xfrm>
                <a:off x="9190960" y="211950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0579AD4-B605-57FD-3FB6-0EECA5F91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960" y="2119502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9C36585-4508-4EEA-0E8B-EF7186D2EB78}"/>
                  </a:ext>
                </a:extLst>
              </p:cNvPr>
              <p:cNvSpPr/>
              <p:nvPr/>
            </p:nvSpPr>
            <p:spPr>
              <a:xfrm>
                <a:off x="8805956" y="202401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9C36585-4508-4EEA-0E8B-EF7186D2E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956" y="2024012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FD921C-BCC5-C0E5-883B-CC457E6DBBF4}"/>
                  </a:ext>
                </a:extLst>
              </p:cNvPr>
              <p:cNvSpPr/>
              <p:nvPr/>
            </p:nvSpPr>
            <p:spPr>
              <a:xfrm>
                <a:off x="9137006" y="23067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FD921C-BCC5-C0E5-883B-CC457E6DBB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006" y="2306758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D3057CD-8CA9-D95F-2051-FDC0D97B7D79}"/>
                  </a:ext>
                </a:extLst>
              </p:cNvPr>
              <p:cNvSpPr/>
              <p:nvPr/>
            </p:nvSpPr>
            <p:spPr>
              <a:xfrm>
                <a:off x="8489454" y="220401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D3057CD-8CA9-D95F-2051-FDC0D97B7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454" y="2204013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F6D9FA6-F942-E111-D97F-EFD454BA368D}"/>
                  </a:ext>
                </a:extLst>
              </p:cNvPr>
              <p:cNvSpPr/>
              <p:nvPr/>
            </p:nvSpPr>
            <p:spPr>
              <a:xfrm>
                <a:off x="8820504" y="24867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0F6D9FA6-F942-E111-D97F-EFD454BA3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0504" y="2486758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EE7A11C9-C814-76B4-143B-9773CD29A25A}"/>
                  </a:ext>
                </a:extLst>
              </p:cNvPr>
              <p:cNvSpPr/>
              <p:nvPr/>
            </p:nvSpPr>
            <p:spPr>
              <a:xfrm>
                <a:off x="9128073" y="197423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EE7A11C9-C814-76B4-143B-9773CD29A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8073" y="1974230"/>
                <a:ext cx="360000" cy="360000"/>
              </a:xfrm>
              <a:prstGeom prst="ellipse">
                <a:avLst/>
              </a:prstGeom>
              <a:blipFill>
                <a:blip r:embed="rId1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DD614AF-66E1-AE89-8DDF-54BE5978053F}"/>
                  </a:ext>
                </a:extLst>
              </p:cNvPr>
              <p:cNvSpPr/>
              <p:nvPr/>
            </p:nvSpPr>
            <p:spPr>
              <a:xfrm>
                <a:off x="9459124" y="225697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EDD614AF-66E1-AE89-8DDF-54BE597805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124" y="2256974"/>
                <a:ext cx="360000" cy="360000"/>
              </a:xfrm>
              <a:prstGeom prst="ellipse">
                <a:avLst/>
              </a:prstGeom>
              <a:blipFill>
                <a:blip r:embed="rId1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349D292-01C2-0DE3-A906-BC2B70864358}"/>
                  </a:ext>
                </a:extLst>
              </p:cNvPr>
              <p:cNvSpPr/>
              <p:nvPr/>
            </p:nvSpPr>
            <p:spPr>
              <a:xfrm>
                <a:off x="8811571" y="21542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349D292-01C2-0DE3-A906-BC2B708643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571" y="2154229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BE3CD02-79CE-6ABC-0A08-2986C15AFA63}"/>
                  </a:ext>
                </a:extLst>
              </p:cNvPr>
              <p:cNvSpPr/>
              <p:nvPr/>
            </p:nvSpPr>
            <p:spPr>
              <a:xfrm>
                <a:off x="9142621" y="243697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BE3CD02-79CE-6ABC-0A08-2986C15AFA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621" y="2436975"/>
                <a:ext cx="360000" cy="360000"/>
              </a:xfrm>
              <a:prstGeom prst="ellipse">
                <a:avLst/>
              </a:prstGeom>
              <a:blipFill>
                <a:blip r:embed="rId2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0B37B52-BE84-8451-0415-58F01BE37891}"/>
                  </a:ext>
                </a:extLst>
              </p:cNvPr>
              <p:cNvSpPr/>
              <p:nvPr/>
            </p:nvSpPr>
            <p:spPr>
              <a:xfrm>
                <a:off x="8757617" y="23414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50B37B52-BE84-8451-0415-58F01BE37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617" y="2341486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3F64DD1-7A43-68EC-A2B7-AB60FEC1494C}"/>
                  </a:ext>
                </a:extLst>
              </p:cNvPr>
              <p:cNvSpPr/>
              <p:nvPr/>
            </p:nvSpPr>
            <p:spPr>
              <a:xfrm>
                <a:off x="9088667" y="262423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3F64DD1-7A43-68EC-A2B7-AB60FEC149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667" y="2624231"/>
                <a:ext cx="360000" cy="360000"/>
              </a:xfrm>
              <a:prstGeom prst="ellipse">
                <a:avLst/>
              </a:prstGeom>
              <a:blipFill>
                <a:blip r:embed="rId2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6D46076-08DF-4BD1-B838-999C53CCEB8F}"/>
                  </a:ext>
                </a:extLst>
              </p:cNvPr>
              <p:cNvSpPr/>
              <p:nvPr/>
            </p:nvSpPr>
            <p:spPr>
              <a:xfrm>
                <a:off x="8441114" y="25214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6D46076-08DF-4BD1-B838-999C53CCE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114" y="2521486"/>
                <a:ext cx="360000" cy="360000"/>
              </a:xfrm>
              <a:prstGeom prst="ellipse">
                <a:avLst/>
              </a:prstGeom>
              <a:blipFill>
                <a:blip r:embed="rId2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8FFA57A-3BEE-8A73-28C4-A2C5748E5CEE}"/>
                  </a:ext>
                </a:extLst>
              </p:cNvPr>
              <p:cNvSpPr/>
              <p:nvPr/>
            </p:nvSpPr>
            <p:spPr>
              <a:xfrm>
                <a:off x="8757617" y="268734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78FFA57A-3BEE-8A73-28C4-A2C5748E5C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617" y="2687342"/>
                <a:ext cx="360000" cy="360000"/>
              </a:xfrm>
              <a:prstGeom prst="ellipse">
                <a:avLst/>
              </a:prstGeom>
              <a:blipFill>
                <a:blip r:embed="rId25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6E79DD4-EFB6-E696-6E05-463F7FCE2C8F}"/>
                  </a:ext>
                </a:extLst>
              </p:cNvPr>
              <p:cNvSpPr/>
              <p:nvPr/>
            </p:nvSpPr>
            <p:spPr>
              <a:xfrm>
                <a:off x="8584760" y="144845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6E79DD4-EFB6-E696-6E05-463F7FCE2C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760" y="1448457"/>
                <a:ext cx="360000" cy="360000"/>
              </a:xfrm>
              <a:prstGeom prst="ellipse">
                <a:avLst/>
              </a:prstGeom>
              <a:blipFill>
                <a:blip r:embed="rId2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72867B6-5053-3C8A-EA2D-3EA69BBB9A8C}"/>
                  </a:ext>
                </a:extLst>
              </p:cNvPr>
              <p:cNvSpPr/>
              <p:nvPr/>
            </p:nvSpPr>
            <p:spPr>
              <a:xfrm>
                <a:off x="8915810" y="17312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72867B6-5053-3C8A-EA2D-3EA69BBB9A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810" y="1731203"/>
                <a:ext cx="360000" cy="360000"/>
              </a:xfrm>
              <a:prstGeom prst="ellipse">
                <a:avLst/>
              </a:prstGeom>
              <a:blipFill>
                <a:blip r:embed="rId27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150CFFE-F459-76DA-33F6-620EFE6DE2EC}"/>
                  </a:ext>
                </a:extLst>
              </p:cNvPr>
              <p:cNvSpPr/>
              <p:nvPr/>
            </p:nvSpPr>
            <p:spPr>
              <a:xfrm>
                <a:off x="8268258" y="16284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150CFFE-F459-76DA-33F6-620EFE6DE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258" y="1628458"/>
                <a:ext cx="360000" cy="360000"/>
              </a:xfrm>
              <a:prstGeom prst="ellipse">
                <a:avLst/>
              </a:prstGeom>
              <a:blipFill>
                <a:blip r:embed="rId2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EF3AF1-BC67-6EA5-DBF1-04062A2BEBCA}"/>
                  </a:ext>
                </a:extLst>
              </p:cNvPr>
              <p:cNvSpPr/>
              <p:nvPr/>
            </p:nvSpPr>
            <p:spPr>
              <a:xfrm>
                <a:off x="8599308" y="19112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EF3AF1-BC67-6EA5-DBF1-04062A2BE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308" y="1911203"/>
                <a:ext cx="360000" cy="360000"/>
              </a:xfrm>
              <a:prstGeom prst="ellipse">
                <a:avLst/>
              </a:prstGeom>
              <a:blipFill>
                <a:blip r:embed="rId29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095983F-D3CC-81B7-653C-51E844F58C4B}"/>
                  </a:ext>
                </a:extLst>
              </p:cNvPr>
              <p:cNvSpPr/>
              <p:nvPr/>
            </p:nvSpPr>
            <p:spPr>
              <a:xfrm>
                <a:off x="8214304" y="181571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095983F-D3CC-81B7-653C-51E844F58C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04" y="1815714"/>
                <a:ext cx="360000" cy="360000"/>
              </a:xfrm>
              <a:prstGeom prst="ellipse">
                <a:avLst/>
              </a:prstGeom>
              <a:blipFill>
                <a:blip r:embed="rId30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C8DA884-997B-0697-ACB5-88E5DF7EDCE8}"/>
                  </a:ext>
                </a:extLst>
              </p:cNvPr>
              <p:cNvSpPr/>
              <p:nvPr/>
            </p:nvSpPr>
            <p:spPr>
              <a:xfrm>
                <a:off x="8545354" y="20984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C8DA884-997B-0697-ACB5-88E5DF7EDC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354" y="2098458"/>
                <a:ext cx="360000" cy="360000"/>
              </a:xfrm>
              <a:prstGeom prst="ellipse">
                <a:avLst/>
              </a:prstGeom>
              <a:blipFill>
                <a:blip r:embed="rId3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9CE1120C-F617-18FD-61BF-BD0466B6B49D}"/>
                  </a:ext>
                </a:extLst>
              </p:cNvPr>
              <p:cNvSpPr/>
              <p:nvPr/>
            </p:nvSpPr>
            <p:spPr>
              <a:xfrm>
                <a:off x="7897800" y="199571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9CE1120C-F617-18FD-61BF-BD0466B6B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800" y="1995713"/>
                <a:ext cx="360000" cy="360000"/>
              </a:xfrm>
              <a:prstGeom prst="ellipse">
                <a:avLst/>
              </a:prstGeom>
              <a:blipFill>
                <a:blip r:embed="rId32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4EE47A3C-36B1-CA1F-9A7E-5BAFFE51931E}"/>
                  </a:ext>
                </a:extLst>
              </p:cNvPr>
              <p:cNvSpPr/>
              <p:nvPr/>
            </p:nvSpPr>
            <p:spPr>
              <a:xfrm>
                <a:off x="8228851" y="227845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4EE47A3C-36B1-CA1F-9A7E-5BAFFE519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851" y="2278459"/>
                <a:ext cx="360000" cy="360000"/>
              </a:xfrm>
              <a:prstGeom prst="ellipse">
                <a:avLst/>
              </a:prstGeom>
              <a:blipFill>
                <a:blip r:embed="rId3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87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9413-6D6C-3283-BF13-630F2D5D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3D75AD-E890-CC1E-BEDA-F8ED899CEC19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D1999-DD55-E4D0-7D84-51150568C1E8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5040D75-AA9A-EC4A-4DB2-198304B215F1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90C446C0-119E-81DC-F361-00D4E99C2BB6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1E897B5-EC73-EBFC-0391-72E18D0FC1BB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DA313C0-653A-B462-59C9-C7D1AD3D8D21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33541DE-AAE2-58EF-94D0-2854E25BAE2E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C436B924-05A2-1D08-10FD-5578524E8D34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837DCD-A1D3-D41D-1E68-7D8CF06CAE1B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E319B2-D356-DBD7-4489-47E038F9B319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89AC78-84C8-BDA7-31BB-0D4C6453FFEB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8F503A-695A-2811-50E9-38095B83DE08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BED596F-B1E1-0D3D-ECF5-EEF1C538C863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39697C2-ECFE-9D3A-FFCA-3FA268DF8E84}"/>
                  </a:ext>
                </a:extLst>
              </p:cNvPr>
              <p:cNvSpPr/>
              <p:nvPr/>
            </p:nvSpPr>
            <p:spPr>
              <a:xfrm>
                <a:off x="12184943" y="369549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39697C2-ECFE-9D3A-FFCA-3FA268DF8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4943" y="3695493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207A7B5D-30E1-7ACA-A229-2CA8B18C7439}"/>
                  </a:ext>
                </a:extLst>
              </p:cNvPr>
              <p:cNvSpPr/>
              <p:nvPr/>
            </p:nvSpPr>
            <p:spPr>
              <a:xfrm>
                <a:off x="12515994" y="397823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207A7B5D-30E1-7ACA-A229-2CA8B18C7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994" y="3978238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46BAAF1-7EE8-3A59-E387-3CB4BD829AE3}"/>
                  </a:ext>
                </a:extLst>
              </p:cNvPr>
              <p:cNvSpPr/>
              <p:nvPr/>
            </p:nvSpPr>
            <p:spPr>
              <a:xfrm>
                <a:off x="11868441" y="387549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46BAAF1-7EE8-3A59-E387-3CB4BD829A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8441" y="3875493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1DBFAFB-BA8B-0EAB-0B19-42FE165635BF}"/>
                  </a:ext>
                </a:extLst>
              </p:cNvPr>
              <p:cNvSpPr/>
              <p:nvPr/>
            </p:nvSpPr>
            <p:spPr>
              <a:xfrm>
                <a:off x="12199490" y="415823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1DBFAFB-BA8B-0EAB-0B19-42FE1656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490" y="4158237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10BA58B-4CB9-267A-C7BE-A260F2EEDF90}"/>
                  </a:ext>
                </a:extLst>
              </p:cNvPr>
              <p:cNvSpPr/>
              <p:nvPr/>
            </p:nvSpPr>
            <p:spPr>
              <a:xfrm>
                <a:off x="11814487" y="406274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10BA58B-4CB9-267A-C7BE-A260F2EED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4487" y="4062748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E8978E7-D3C3-D507-6494-AAC90AD1BB06}"/>
                  </a:ext>
                </a:extLst>
              </p:cNvPr>
              <p:cNvSpPr/>
              <p:nvPr/>
            </p:nvSpPr>
            <p:spPr>
              <a:xfrm>
                <a:off x="12145536" y="434549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E8978E7-D3C3-D507-6494-AAC90AD1B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536" y="4345494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985E380-FC81-4E5F-B2DD-BB97E3DD4E3E}"/>
                  </a:ext>
                </a:extLst>
              </p:cNvPr>
              <p:cNvSpPr/>
              <p:nvPr/>
            </p:nvSpPr>
            <p:spPr>
              <a:xfrm>
                <a:off x="11497984" y="424274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985E380-FC81-4E5F-B2DD-BB97E3DD4E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7984" y="4242749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35514CC-6F86-8B4C-4601-79843B715451}"/>
                  </a:ext>
                </a:extLst>
              </p:cNvPr>
              <p:cNvSpPr/>
              <p:nvPr/>
            </p:nvSpPr>
            <p:spPr>
              <a:xfrm>
                <a:off x="11814487" y="440860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35514CC-6F86-8B4C-4601-79843B7154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4487" y="4408605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A78103F-211F-E03E-1432-2F9C514B351C}"/>
                  </a:ext>
                </a:extLst>
              </p:cNvPr>
              <p:cNvSpPr/>
              <p:nvPr/>
            </p:nvSpPr>
            <p:spPr>
              <a:xfrm>
                <a:off x="11641630" y="31697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A78103F-211F-E03E-1432-2F9C514B3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1630" y="3169721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E65E3F2-ACBB-5A3A-7898-EB8F0BB51C8E}"/>
                  </a:ext>
                </a:extLst>
              </p:cNvPr>
              <p:cNvSpPr/>
              <p:nvPr/>
            </p:nvSpPr>
            <p:spPr>
              <a:xfrm>
                <a:off x="11972681" y="345246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E65E3F2-ACBB-5A3A-7898-EB8F0BB51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681" y="3452465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6B89D9-04E4-0899-2C54-E9B604F10E3C}"/>
                  </a:ext>
                </a:extLst>
              </p:cNvPr>
              <p:cNvSpPr/>
              <p:nvPr/>
            </p:nvSpPr>
            <p:spPr>
              <a:xfrm>
                <a:off x="11325128" y="334972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6B89D9-04E4-0899-2C54-E9B604F10E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5128" y="3349720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B3F415C-5AF7-49B5-CB17-BB01DBA30EDF}"/>
                  </a:ext>
                </a:extLst>
              </p:cNvPr>
              <p:cNvSpPr/>
              <p:nvPr/>
            </p:nvSpPr>
            <p:spPr>
              <a:xfrm>
                <a:off x="11656178" y="36324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B3F415C-5AF7-49B5-CB17-BB01DBA30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6178" y="3632466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E3EED7D-21E3-16CE-81A6-FCC28AB508DC}"/>
                  </a:ext>
                </a:extLst>
              </p:cNvPr>
              <p:cNvSpPr/>
              <p:nvPr/>
            </p:nvSpPr>
            <p:spPr>
              <a:xfrm>
                <a:off x="11271174" y="353697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E3EED7D-21E3-16CE-81A6-FCC28AB508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174" y="3536977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D9E1A86-28D6-19E1-78A5-F7296924C627}"/>
                  </a:ext>
                </a:extLst>
              </p:cNvPr>
              <p:cNvSpPr/>
              <p:nvPr/>
            </p:nvSpPr>
            <p:spPr>
              <a:xfrm>
                <a:off x="11602224" y="381972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D9E1A86-28D6-19E1-78A5-F7296924C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224" y="3819722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EBDF34-3E15-4A7A-1D3C-B9309E77F2BF}"/>
                  </a:ext>
                </a:extLst>
              </p:cNvPr>
              <p:cNvSpPr/>
              <p:nvPr/>
            </p:nvSpPr>
            <p:spPr>
              <a:xfrm>
                <a:off x="10954670" y="371697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7EBDF34-3E15-4A7A-1D3C-B9309E77F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670" y="3716977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0914295-316D-08B2-EA43-191AD730BF01}"/>
                  </a:ext>
                </a:extLst>
              </p:cNvPr>
              <p:cNvSpPr/>
              <p:nvPr/>
            </p:nvSpPr>
            <p:spPr>
              <a:xfrm>
                <a:off x="11285721" y="39997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0914295-316D-08B2-EA43-191AD730BF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721" y="3999721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8850C6F-A2C1-336C-104A-F5443392AA28}"/>
                  </a:ext>
                </a:extLst>
              </p:cNvPr>
              <p:cNvSpPr/>
              <p:nvPr/>
            </p:nvSpPr>
            <p:spPr>
              <a:xfrm>
                <a:off x="11384289" y="427784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8850C6F-A2C1-336C-104A-F5443392AA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289" y="4277845"/>
                <a:ext cx="360000" cy="360000"/>
              </a:xfrm>
              <a:prstGeom prst="ellipse">
                <a:avLst/>
              </a:prstGeom>
              <a:blipFill>
                <a:blip r:embed="rId18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86387F3-1D98-5EF6-114F-293E4F3DB15F}"/>
                  </a:ext>
                </a:extLst>
              </p:cNvPr>
              <p:cNvSpPr/>
              <p:nvPr/>
            </p:nvSpPr>
            <p:spPr>
              <a:xfrm>
                <a:off x="11715340" y="456059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86387F3-1D98-5EF6-114F-293E4F3DB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340" y="4560591"/>
                <a:ext cx="360000" cy="360000"/>
              </a:xfrm>
              <a:prstGeom prst="ellipse">
                <a:avLst/>
              </a:prstGeom>
              <a:blipFill>
                <a:blip r:embed="rId1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9BA1162-4654-B75A-2D07-7AB10352DFAF}"/>
                  </a:ext>
                </a:extLst>
              </p:cNvPr>
              <p:cNvSpPr/>
              <p:nvPr/>
            </p:nvSpPr>
            <p:spPr>
              <a:xfrm>
                <a:off x="11067787" y="445784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9BA1162-4654-B75A-2D07-7AB10352D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7787" y="4457846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0ADF41E-3EBE-CC02-0560-8B23B7E644B4}"/>
                  </a:ext>
                </a:extLst>
              </p:cNvPr>
              <p:cNvSpPr/>
              <p:nvPr/>
            </p:nvSpPr>
            <p:spPr>
              <a:xfrm>
                <a:off x="11398837" y="474059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0ADF41E-3EBE-CC02-0560-8B23B7E64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8837" y="4740591"/>
                <a:ext cx="360000" cy="360000"/>
              </a:xfrm>
              <a:prstGeom prst="ellipse">
                <a:avLst/>
              </a:prstGeom>
              <a:blipFill>
                <a:blip r:embed="rId2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E4FE665-3AE5-225C-18D4-718D83662F83}"/>
                  </a:ext>
                </a:extLst>
              </p:cNvPr>
              <p:cNvSpPr/>
              <p:nvPr/>
            </p:nvSpPr>
            <p:spPr>
              <a:xfrm>
                <a:off x="11013833" y="464510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E4FE665-3AE5-225C-18D4-718D83662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833" y="4645102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72534AB-1DFF-F354-DFBC-39B6008B242B}"/>
                  </a:ext>
                </a:extLst>
              </p:cNvPr>
              <p:cNvSpPr/>
              <p:nvPr/>
            </p:nvSpPr>
            <p:spPr>
              <a:xfrm>
                <a:off x="11344883" y="492784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72534AB-1DFF-F354-DFBC-39B6008B24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4883" y="4927846"/>
                <a:ext cx="360000" cy="360000"/>
              </a:xfrm>
              <a:prstGeom prst="ellipse">
                <a:avLst/>
              </a:prstGeom>
              <a:blipFill>
                <a:blip r:embed="rId2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0DC48B-6BE0-8812-6AB0-D9F11419A25B}"/>
                  </a:ext>
                </a:extLst>
              </p:cNvPr>
              <p:cNvSpPr/>
              <p:nvPr/>
            </p:nvSpPr>
            <p:spPr>
              <a:xfrm>
                <a:off x="10697330" y="482510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0DC48B-6BE0-8812-6AB0-D9F11419A2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7330" y="4825101"/>
                <a:ext cx="360000" cy="360000"/>
              </a:xfrm>
              <a:prstGeom prst="ellipse">
                <a:avLst/>
              </a:prstGeom>
              <a:blipFill>
                <a:blip r:embed="rId2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B65245D-99BC-8AA1-9BBB-A5244D16A0C2}"/>
                  </a:ext>
                </a:extLst>
              </p:cNvPr>
              <p:cNvSpPr/>
              <p:nvPr/>
            </p:nvSpPr>
            <p:spPr>
              <a:xfrm>
                <a:off x="11013833" y="49909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B65245D-99BC-8AA1-9BBB-A5244D16A0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3833" y="4990958"/>
                <a:ext cx="360000" cy="360000"/>
              </a:xfrm>
              <a:prstGeom prst="ellipse">
                <a:avLst/>
              </a:prstGeom>
              <a:blipFill>
                <a:blip r:embed="rId2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F7EDE41-A582-4348-5362-8ED039753688}"/>
                  </a:ext>
                </a:extLst>
              </p:cNvPr>
              <p:cNvSpPr/>
              <p:nvPr/>
            </p:nvSpPr>
            <p:spPr>
              <a:xfrm>
                <a:off x="10840976" y="375207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FF7EDE41-A582-4348-5362-8ED0397536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976" y="3752074"/>
                <a:ext cx="360000" cy="360000"/>
              </a:xfrm>
              <a:prstGeom prst="ellipse">
                <a:avLst/>
              </a:prstGeom>
              <a:blipFill>
                <a:blip r:embed="rId2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5E55236-A8D7-55F5-FACA-E0CF241398B0}"/>
                  </a:ext>
                </a:extLst>
              </p:cNvPr>
              <p:cNvSpPr/>
              <p:nvPr/>
            </p:nvSpPr>
            <p:spPr>
              <a:xfrm>
                <a:off x="11172026" y="403481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5E55236-A8D7-55F5-FACA-E0CF241398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2026" y="4034819"/>
                <a:ext cx="360000" cy="360000"/>
              </a:xfrm>
              <a:prstGeom prst="ellipse">
                <a:avLst/>
              </a:prstGeom>
              <a:blipFill>
                <a:blip r:embed="rId2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66A9D7-36D3-468C-C08C-C0FEBF6CEADE}"/>
                  </a:ext>
                </a:extLst>
              </p:cNvPr>
              <p:cNvSpPr/>
              <p:nvPr/>
            </p:nvSpPr>
            <p:spPr>
              <a:xfrm>
                <a:off x="10524474" y="393207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66A9D7-36D3-468C-C08C-C0FEBF6CE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474" y="3932074"/>
                <a:ext cx="360000" cy="360000"/>
              </a:xfrm>
              <a:prstGeom prst="ellipse">
                <a:avLst/>
              </a:prstGeom>
              <a:blipFill>
                <a:blip r:embed="rId28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C2E3C81-A8C9-354B-1F40-52CA112CE58D}"/>
                  </a:ext>
                </a:extLst>
              </p:cNvPr>
              <p:cNvSpPr/>
              <p:nvPr/>
            </p:nvSpPr>
            <p:spPr>
              <a:xfrm>
                <a:off x="10855524" y="421481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C2E3C81-A8C9-354B-1F40-52CA112CE5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5524" y="4214818"/>
                <a:ext cx="360000" cy="360000"/>
              </a:xfrm>
              <a:prstGeom prst="ellipse">
                <a:avLst/>
              </a:prstGeom>
              <a:blipFill>
                <a:blip r:embed="rId2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7C702DA-7BCC-935F-3338-5AFD41B66B4D}"/>
                  </a:ext>
                </a:extLst>
              </p:cNvPr>
              <p:cNvSpPr/>
              <p:nvPr/>
            </p:nvSpPr>
            <p:spPr>
              <a:xfrm>
                <a:off x="10470520" y="41193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7C702DA-7BCC-935F-3338-5AFD41B66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520" y="4119329"/>
                <a:ext cx="360000" cy="360000"/>
              </a:xfrm>
              <a:prstGeom prst="ellipse">
                <a:avLst/>
              </a:prstGeom>
              <a:blipFill>
                <a:blip r:embed="rId30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3E812C2-B691-4F9F-752A-45B497AAA861}"/>
                  </a:ext>
                </a:extLst>
              </p:cNvPr>
              <p:cNvSpPr/>
              <p:nvPr/>
            </p:nvSpPr>
            <p:spPr>
              <a:xfrm>
                <a:off x="10801570" y="440207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3E812C2-B691-4F9F-752A-45B497AAA8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1570" y="4402075"/>
                <a:ext cx="360000" cy="360000"/>
              </a:xfrm>
              <a:prstGeom prst="ellipse">
                <a:avLst/>
              </a:prstGeom>
              <a:blipFill>
                <a:blip r:embed="rId3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A7D1EB2-C752-BA7F-DE6F-4C253F924BC2}"/>
                  </a:ext>
                </a:extLst>
              </p:cNvPr>
              <p:cNvSpPr/>
              <p:nvPr/>
            </p:nvSpPr>
            <p:spPr>
              <a:xfrm>
                <a:off x="10154016" y="429933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A7D1EB2-C752-BA7F-DE6F-4C253F924B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4016" y="4299330"/>
                <a:ext cx="360000" cy="360000"/>
              </a:xfrm>
              <a:prstGeom prst="ellipse">
                <a:avLst/>
              </a:prstGeom>
              <a:blipFill>
                <a:blip r:embed="rId3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040F31A-6EA4-41FB-6818-D86A627325BF}"/>
                  </a:ext>
                </a:extLst>
              </p:cNvPr>
              <p:cNvSpPr/>
              <p:nvPr/>
            </p:nvSpPr>
            <p:spPr>
              <a:xfrm>
                <a:off x="10485067" y="458207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040F31A-6EA4-41FB-6818-D86A62732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067" y="4582075"/>
                <a:ext cx="360000" cy="360000"/>
              </a:xfrm>
              <a:prstGeom prst="ellipse">
                <a:avLst/>
              </a:prstGeom>
              <a:blipFill>
                <a:blip r:embed="rId3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3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9BAD-AB08-C3CD-5A7D-79426368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48A9B-05EB-B5C3-BBC1-7C0034AB9946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C664E-3B6F-4CC9-C5DD-3C7D9A72A66F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BCBACE6-4D17-A2B6-0C20-E27CC469C708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0DD82BF-FF50-2AAD-8EF5-CF36C5CDAED1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143217E-A24A-5BD7-84D0-2DB64B17EBE6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1B0C1F7-BB71-141E-2252-9665F969780D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9958405-A563-EBBE-6834-1549F6DD19EA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4830A32F-2026-05FC-E7E4-CF030A2E74A2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EF38C2-BE75-8E24-896A-BB12BB0C4E08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349A2E-AFFE-8009-361F-79960BF640A0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C6B7B9-EAE3-695A-1676-A5ED157DB7B7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6A0661-F8C5-2935-C7D2-5BAA01A4307D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2DD8A9D-D1E6-8EFE-C159-B1BE6DABCF36}"/>
                  </a:ext>
                </a:extLst>
              </p:cNvPr>
              <p:cNvSpPr/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2DD8A9D-D1E6-8EFE-C159-B1BE6DABCF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6128238-A9DA-B2CE-6ECC-71CF30849EE5}"/>
                  </a:ext>
                </a:extLst>
              </p:cNvPr>
              <p:cNvSpPr/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6128238-A9DA-B2CE-6ECC-71CF30849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DA47191-D202-BC5D-E2E6-491EDF6959F7}"/>
                  </a:ext>
                </a:extLst>
              </p:cNvPr>
              <p:cNvSpPr/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DA47191-D202-BC5D-E2E6-491EDF695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7CF479B-60FB-FBDB-50CF-90E1FF98CD58}"/>
                  </a:ext>
                </a:extLst>
              </p:cNvPr>
              <p:cNvSpPr/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7CF479B-60FB-FBDB-50CF-90E1FF98C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A87F6D-12FD-4A32-557B-C41B9958A60B}"/>
                  </a:ext>
                </a:extLst>
              </p:cNvPr>
              <p:cNvSpPr/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CA87F6D-12FD-4A32-557B-C41B9958A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E428B4C-3608-C97B-52D9-7B4AD538650C}"/>
                  </a:ext>
                </a:extLst>
              </p:cNvPr>
              <p:cNvSpPr/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E428B4C-3608-C97B-52D9-7B4AD53865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82F8A33-6193-474A-5C16-E621F015C2F3}"/>
                  </a:ext>
                </a:extLst>
              </p:cNvPr>
              <p:cNvSpPr/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82F8A33-6193-474A-5C16-E621F015C2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BAF0352-6F3B-C682-6C4F-D3B2034ACB58}"/>
                  </a:ext>
                </a:extLst>
              </p:cNvPr>
              <p:cNvSpPr/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BAF0352-6F3B-C682-6C4F-D3B2034AC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AA591C5-BF37-B9BF-E657-D23AF4AE7DD3}"/>
                  </a:ext>
                </a:extLst>
              </p:cNvPr>
              <p:cNvSpPr/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AA591C5-BF37-B9BF-E657-D23AF4AE7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54551F9-CA95-38AC-93EB-48C57A29AB2B}"/>
                  </a:ext>
                </a:extLst>
              </p:cNvPr>
              <p:cNvSpPr/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54551F9-CA95-38AC-93EB-48C57A29A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26AE298-70D0-13EE-E368-E9AE853D7E4C}"/>
                  </a:ext>
                </a:extLst>
              </p:cNvPr>
              <p:cNvSpPr/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26AE298-70D0-13EE-E368-E9AE853D7E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91949FF-8C9C-D4F4-9E98-D4AAEB883444}"/>
                  </a:ext>
                </a:extLst>
              </p:cNvPr>
              <p:cNvSpPr/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91949FF-8C9C-D4F4-9E98-D4AAEB883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BE05790-CB02-89E0-D5BD-A91A83586170}"/>
                  </a:ext>
                </a:extLst>
              </p:cNvPr>
              <p:cNvSpPr/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BE05790-CB02-89E0-D5BD-A91A835861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1EBA0F6-BC4E-D910-D80E-B8A6BF109974}"/>
                  </a:ext>
                </a:extLst>
              </p:cNvPr>
              <p:cNvSpPr/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1EBA0F6-BC4E-D910-D80E-B8A6BF109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4B0BD6-F27D-80DF-49FE-1B1BCCAD1D25}"/>
                  </a:ext>
                </a:extLst>
              </p:cNvPr>
              <p:cNvSpPr/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4B0BD6-F27D-80DF-49FE-1B1BCCAD1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5088A25-61BB-531A-0739-820B9E9C7ECE}"/>
                  </a:ext>
                </a:extLst>
              </p:cNvPr>
              <p:cNvSpPr/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5088A25-61BB-531A-0739-820B9E9C7E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E974ECC-E8D6-355B-1D60-41EF5FD4EADE}"/>
                  </a:ext>
                </a:extLst>
              </p:cNvPr>
              <p:cNvSpPr/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E974ECC-E8D6-355B-1D60-41EF5FD4E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blipFill>
                <a:blip r:embed="rId18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8CC853-93D5-B324-0EF6-0A59DD45F0C5}"/>
                  </a:ext>
                </a:extLst>
              </p:cNvPr>
              <p:cNvSpPr/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08CC853-93D5-B324-0EF6-0A59DD45F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blipFill>
                <a:blip r:embed="rId1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FE4775F-35E4-D048-7D63-C6CC452EE1AD}"/>
                  </a:ext>
                </a:extLst>
              </p:cNvPr>
              <p:cNvSpPr/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FE4775F-35E4-D048-7D63-C6CC452EE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DE36A6D-1B75-E833-9948-DEB718FE420D}"/>
                  </a:ext>
                </a:extLst>
              </p:cNvPr>
              <p:cNvSpPr/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DE36A6D-1B75-E833-9948-DEB718FE4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blipFill>
                <a:blip r:embed="rId2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0B0313C-B618-F0F9-2AD4-7CC06FBD4260}"/>
                  </a:ext>
                </a:extLst>
              </p:cNvPr>
              <p:cNvSpPr/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0B0313C-B618-F0F9-2AD4-7CC06FBD4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5712335-48A9-0954-F8EC-FAF0AB7C3666}"/>
                  </a:ext>
                </a:extLst>
              </p:cNvPr>
              <p:cNvSpPr/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5712335-48A9-0954-F8EC-FAF0AB7C36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blipFill>
                <a:blip r:embed="rId2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829243E-46BC-7192-C48B-07A4C4DB9528}"/>
                  </a:ext>
                </a:extLst>
              </p:cNvPr>
              <p:cNvSpPr/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829243E-46BC-7192-C48B-07A4C4DB9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blipFill>
                <a:blip r:embed="rId2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F1B63D2-1AA8-EE41-0FC4-082DC5A801D5}"/>
                  </a:ext>
                </a:extLst>
              </p:cNvPr>
              <p:cNvSpPr/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F1B63D2-1AA8-EE41-0FC4-082DC5A801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blipFill>
                <a:blip r:embed="rId2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0DF238E-6674-43CF-9CFA-B703E5D5F2D4}"/>
                  </a:ext>
                </a:extLst>
              </p:cNvPr>
              <p:cNvSpPr/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0DF238E-6674-43CF-9CFA-B703E5D5F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blipFill>
                <a:blip r:embed="rId2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4B26384-6C9A-2A50-E12C-D6CBF0B48EC3}"/>
                  </a:ext>
                </a:extLst>
              </p:cNvPr>
              <p:cNvSpPr/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4B26384-6C9A-2A50-E12C-D6CBF0B48E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blipFill>
                <a:blip r:embed="rId27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9340297-DBA3-1C67-9CA4-955BCE6BE7C6}"/>
                  </a:ext>
                </a:extLst>
              </p:cNvPr>
              <p:cNvSpPr/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9340297-DBA3-1C67-9CA4-955BCE6BE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blipFill>
                <a:blip r:embed="rId2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196423B-96A6-1D61-C993-23376AE58D18}"/>
                  </a:ext>
                </a:extLst>
              </p:cNvPr>
              <p:cNvSpPr/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196423B-96A6-1D61-C993-23376AE58D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blipFill>
                <a:blip r:embed="rId29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8BDB1ED-AC76-F93A-9D29-1089857C40AB}"/>
                  </a:ext>
                </a:extLst>
              </p:cNvPr>
              <p:cNvSpPr/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8BDB1ED-AC76-F93A-9D29-1089857C4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blipFill>
                <a:blip r:embed="rId3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D016B87-7A53-89D9-778B-D4C1304AC659}"/>
                  </a:ext>
                </a:extLst>
              </p:cNvPr>
              <p:cNvSpPr/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D016B87-7A53-89D9-778B-D4C1304AC6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blipFill>
                <a:blip r:embed="rId3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821692E-C87D-2CFF-E462-EAD8ECA8463C}"/>
                  </a:ext>
                </a:extLst>
              </p:cNvPr>
              <p:cNvSpPr/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821692E-C87D-2CFF-E462-EAD8ECA84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blipFill>
                <a:blip r:embed="rId3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0235CF2-7F07-A7B3-25DD-DDCA0AB4E71C}"/>
                  </a:ext>
                </a:extLst>
              </p:cNvPr>
              <p:cNvSpPr/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0235CF2-7F07-A7B3-25DD-DDCA0AB4E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blipFill>
                <a:blip r:embed="rId3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E05201D1-DBAA-50DB-D8A9-3ED2C450BDFF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5152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0DD48-D69A-3FEB-902E-2E917015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7ABAA1-8316-7A23-84AF-53337567140C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DE414-A340-3ABB-8FB5-A94BEA3CB0C4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DB9C8694-509B-2B75-DDCB-3385C3B1CF4E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786ADB-94C1-CB12-0914-84F08F8E7FEB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8CC4BAEA-07F7-B03A-82E2-45F27271760E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D84A405-0EF4-8589-3701-B16ED4A5D19E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2D312A1-194E-3FC2-E75D-3FA23C040809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FEA809D-3599-829F-B230-655663FF243A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24E4F-C09B-68AD-3F62-652048F1977C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C675B7-F0C2-D52E-CA74-281A6DB46365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E5974-A917-B098-9AA1-5EC79E1AE9B8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044F94-8ED1-C0C3-B5F2-80ABEA7FF2B9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0D33ECD-47BF-0EF0-7BFA-04096D845BBF}"/>
                  </a:ext>
                </a:extLst>
              </p:cNvPr>
              <p:cNvSpPr/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0D33ECD-47BF-0EF0-7BFA-04096D845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ABE51C5-12F0-FFCF-C4D1-1D01332C0710}"/>
                  </a:ext>
                </a:extLst>
              </p:cNvPr>
              <p:cNvSpPr/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0ABE51C5-12F0-FFCF-C4D1-1D01332C0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AD07AA3-8997-6135-FBD5-602AECF104FE}"/>
                  </a:ext>
                </a:extLst>
              </p:cNvPr>
              <p:cNvSpPr/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AD07AA3-8997-6135-FBD5-602AECF104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C19DC68-B5D8-665C-FA8D-72B827446D76}"/>
                  </a:ext>
                </a:extLst>
              </p:cNvPr>
              <p:cNvSpPr/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C19DC68-B5D8-665C-FA8D-72B827446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A0AB3B7-78C2-D3AA-D1C7-6A5B74B6368E}"/>
                  </a:ext>
                </a:extLst>
              </p:cNvPr>
              <p:cNvSpPr/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A0AB3B7-78C2-D3AA-D1C7-6A5B74B63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F98E41-732D-B551-E3D2-15014776192A}"/>
                  </a:ext>
                </a:extLst>
              </p:cNvPr>
              <p:cNvSpPr/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F98E41-732D-B551-E3D2-150147761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6951A0B-6895-50CB-E68A-42A99D1DF11B}"/>
                  </a:ext>
                </a:extLst>
              </p:cNvPr>
              <p:cNvSpPr/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6951A0B-6895-50CB-E68A-42A99D1DF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9A2BF5C-0498-1630-C6BB-8C220055172F}"/>
                  </a:ext>
                </a:extLst>
              </p:cNvPr>
              <p:cNvSpPr/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9A2BF5C-0498-1630-C6BB-8C2200551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E7A2EA8-8A73-227A-EA1C-C2D6DCD12DBF}"/>
                  </a:ext>
                </a:extLst>
              </p:cNvPr>
              <p:cNvSpPr/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E7A2EA8-8A73-227A-EA1C-C2D6DCD12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DA05D74-B570-70D2-0679-4D1D4EC4FC23}"/>
                  </a:ext>
                </a:extLst>
              </p:cNvPr>
              <p:cNvSpPr/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DA05D74-B570-70D2-0679-4D1D4EC4F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B4AED8-7114-505C-28A0-610A49854698}"/>
                  </a:ext>
                </a:extLst>
              </p:cNvPr>
              <p:cNvSpPr/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B4AED8-7114-505C-28A0-610A49854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710CC67-4AEB-C0AE-C738-8B4883FCF96D}"/>
                  </a:ext>
                </a:extLst>
              </p:cNvPr>
              <p:cNvSpPr/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710CC67-4AEB-C0AE-C738-8B4883FCF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4D894A8-E08B-ED14-5445-7B717D5ABB34}"/>
                  </a:ext>
                </a:extLst>
              </p:cNvPr>
              <p:cNvSpPr/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4D894A8-E08B-ED14-5445-7B717D5ABB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2BABC1A-0224-B68C-739F-A7C9D67ECA60}"/>
                  </a:ext>
                </a:extLst>
              </p:cNvPr>
              <p:cNvSpPr/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2BABC1A-0224-B68C-739F-A7C9D67ECA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E8D9FD8-1B91-EA12-D9B4-41CCEB35BB84}"/>
                  </a:ext>
                </a:extLst>
              </p:cNvPr>
              <p:cNvSpPr/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E8D9FD8-1B91-EA12-D9B4-41CCEB35BB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8CB0BDE-CA37-7E77-B9D6-42D36B1D19F3}"/>
                  </a:ext>
                </a:extLst>
              </p:cNvPr>
              <p:cNvSpPr/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C8CB0BDE-CA37-7E77-B9D6-42D36B1D1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7DBDC6-674A-894B-5488-873843AA862E}"/>
                  </a:ext>
                </a:extLst>
              </p:cNvPr>
              <p:cNvSpPr/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7DBDC6-674A-894B-5488-873843AA8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blipFill>
                <a:blip r:embed="rId18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E1156BD-A425-D02E-83B6-21E742F9237D}"/>
                  </a:ext>
                </a:extLst>
              </p:cNvPr>
              <p:cNvSpPr/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E1156BD-A425-D02E-83B6-21E742F92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blipFill>
                <a:blip r:embed="rId1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8A19ADF-25A7-06C1-E63C-A47CEE868D03}"/>
                  </a:ext>
                </a:extLst>
              </p:cNvPr>
              <p:cNvSpPr/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8A19ADF-25A7-06C1-E63C-A47CEE868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291FAB-60A1-1E97-50A0-E3E6ED5A2078}"/>
                  </a:ext>
                </a:extLst>
              </p:cNvPr>
              <p:cNvSpPr/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8291FAB-60A1-1E97-50A0-E3E6ED5A20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blipFill>
                <a:blip r:embed="rId2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1D91F15-C1CC-D1F7-C6B4-AC6303FA7DBF}"/>
                  </a:ext>
                </a:extLst>
              </p:cNvPr>
              <p:cNvSpPr/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1D91F15-C1CC-D1F7-C6B4-AC6303FA7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6BB281-E760-CA30-1327-C17A32879694}"/>
                  </a:ext>
                </a:extLst>
              </p:cNvPr>
              <p:cNvSpPr/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6BB281-E760-CA30-1327-C17A32879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blipFill>
                <a:blip r:embed="rId2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88392A-55E9-E139-3609-7594C22DDA0A}"/>
                  </a:ext>
                </a:extLst>
              </p:cNvPr>
              <p:cNvSpPr/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488392A-55E9-E139-3609-7594C22DDA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blipFill>
                <a:blip r:embed="rId2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7303796-1BB1-7A9E-12A2-A6D6615BB153}"/>
                  </a:ext>
                </a:extLst>
              </p:cNvPr>
              <p:cNvSpPr/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7303796-1BB1-7A9E-12A2-A6D6615BB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blipFill>
                <a:blip r:embed="rId2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DDB651B-BE46-3694-9292-420D2C391743}"/>
                  </a:ext>
                </a:extLst>
              </p:cNvPr>
              <p:cNvSpPr/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DDB651B-BE46-3694-9292-420D2C391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blipFill>
                <a:blip r:embed="rId2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01EE8E-3547-08DB-340B-5B7AB9005544}"/>
                  </a:ext>
                </a:extLst>
              </p:cNvPr>
              <p:cNvSpPr/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01EE8E-3547-08DB-340B-5B7AB9005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blipFill>
                <a:blip r:embed="rId27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C9FB915-1455-7FA9-DD94-3A99F27AEE1B}"/>
                  </a:ext>
                </a:extLst>
              </p:cNvPr>
              <p:cNvSpPr/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C9FB915-1455-7FA9-DD94-3A99F27AE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blipFill>
                <a:blip r:embed="rId2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C3D61FF-4678-66EF-0D3E-12D0E7076E90}"/>
                  </a:ext>
                </a:extLst>
              </p:cNvPr>
              <p:cNvSpPr/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C3D61FF-4678-66EF-0D3E-12D0E7076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blipFill>
                <a:blip r:embed="rId29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BE7D398-77B3-BCE4-7F9A-C8A8BCE320B5}"/>
                  </a:ext>
                </a:extLst>
              </p:cNvPr>
              <p:cNvSpPr/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BE7D398-77B3-BCE4-7F9A-C8A8BCE32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blipFill>
                <a:blip r:embed="rId3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23D61BB-1746-911E-75DE-87117FE98D14}"/>
                  </a:ext>
                </a:extLst>
              </p:cNvPr>
              <p:cNvSpPr/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C23D61BB-1746-911E-75DE-87117FE98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blipFill>
                <a:blip r:embed="rId3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07619FF-C64B-133C-220C-43BCF44D326D}"/>
                  </a:ext>
                </a:extLst>
              </p:cNvPr>
              <p:cNvSpPr/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07619FF-C64B-133C-220C-43BCF44D3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blipFill>
                <a:blip r:embed="rId3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68E3059-8733-6ED9-6298-C3D3ACC22CB6}"/>
                  </a:ext>
                </a:extLst>
              </p:cNvPr>
              <p:cNvSpPr/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68E3059-8733-6ED9-6298-C3D3ACC22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blipFill>
                <a:blip r:embed="rId3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D12322F0-58C4-577D-E867-D9437C4AE708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8941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DD88-AB45-DE90-7C25-7B66CE86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92D5AE-CBC4-FB90-0531-CEA9DC5772E4}"/>
              </a:ext>
            </a:extLst>
          </p:cNvPr>
          <p:cNvSpPr/>
          <p:nvPr/>
        </p:nvSpPr>
        <p:spPr>
          <a:xfrm>
            <a:off x="-309447" y="421031"/>
            <a:ext cx="15020697" cy="6357256"/>
          </a:xfrm>
          <a:prstGeom prst="roundRect">
            <a:avLst/>
          </a:prstGeom>
          <a:ln w="3175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DE476-A90C-F39D-A5AD-9EE636253381}"/>
              </a:ext>
            </a:extLst>
          </p:cNvPr>
          <p:cNvSpPr/>
          <p:nvPr/>
        </p:nvSpPr>
        <p:spPr>
          <a:xfrm>
            <a:off x="-469107" y="1560398"/>
            <a:ext cx="304801" cy="407851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7A79615B-CABA-9F0E-7042-EA184D247587}"/>
              </a:ext>
            </a:extLst>
          </p:cNvPr>
          <p:cNvSpPr/>
          <p:nvPr/>
        </p:nvSpPr>
        <p:spPr>
          <a:xfrm>
            <a:off x="-759391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D3055EB8-9371-B326-8678-F90793C86AD8}"/>
              </a:ext>
            </a:extLst>
          </p:cNvPr>
          <p:cNvSpPr/>
          <p:nvPr/>
        </p:nvSpPr>
        <p:spPr>
          <a:xfrm rot="6199001">
            <a:off x="1221810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F3122F3-4E3E-ED83-EF12-733EB7C401C2}"/>
              </a:ext>
            </a:extLst>
          </p:cNvPr>
          <p:cNvSpPr/>
          <p:nvPr/>
        </p:nvSpPr>
        <p:spPr>
          <a:xfrm>
            <a:off x="3007063" y="1567656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74B3DFE-240D-76CB-F2F2-09E5C7373838}"/>
              </a:ext>
            </a:extLst>
          </p:cNvPr>
          <p:cNvSpPr/>
          <p:nvPr/>
        </p:nvSpPr>
        <p:spPr>
          <a:xfrm rot="6199001">
            <a:off x="4988264" y="1128214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0A83D86-A51F-1257-ACB8-B175733FA55C}"/>
              </a:ext>
            </a:extLst>
          </p:cNvPr>
          <p:cNvSpPr/>
          <p:nvPr/>
        </p:nvSpPr>
        <p:spPr>
          <a:xfrm>
            <a:off x="6497744" y="1560400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3F29EC5-F20F-12BC-F17D-88D285A272BF}"/>
              </a:ext>
            </a:extLst>
          </p:cNvPr>
          <p:cNvSpPr/>
          <p:nvPr/>
        </p:nvSpPr>
        <p:spPr>
          <a:xfrm rot="6199001">
            <a:off x="8478944" y="1120958"/>
            <a:ext cx="4319999" cy="4319999"/>
          </a:xfrm>
          <a:prstGeom prst="arc">
            <a:avLst>
              <a:gd name="adj1" fmla="val 16200000"/>
              <a:gd name="adj2" fmla="val 20232727"/>
            </a:avLst>
          </a:prstGeom>
          <a:ln w="635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C953AC-908A-4E4E-D6F5-5E15ACF0177E}"/>
              </a:ext>
            </a:extLst>
          </p:cNvPr>
          <p:cNvSpPr/>
          <p:nvPr/>
        </p:nvSpPr>
        <p:spPr>
          <a:xfrm>
            <a:off x="11824495" y="6487432"/>
            <a:ext cx="624112" cy="5513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D4DA99-523C-7F73-9899-B3FB92A7FA1B}"/>
              </a:ext>
            </a:extLst>
          </p:cNvPr>
          <p:cNvCxnSpPr>
            <a:cxnSpLocks/>
          </p:cNvCxnSpPr>
          <p:nvPr/>
        </p:nvCxnSpPr>
        <p:spPr>
          <a:xfrm>
            <a:off x="12129292" y="4849432"/>
            <a:ext cx="0" cy="3176062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085C6F-3079-43E5-0319-0A6B1239BADB}"/>
              </a:ext>
            </a:extLst>
          </p:cNvPr>
          <p:cNvCxnSpPr>
            <a:cxnSpLocks/>
          </p:cNvCxnSpPr>
          <p:nvPr/>
        </p:nvCxnSpPr>
        <p:spPr>
          <a:xfrm>
            <a:off x="-309449" y="7975146"/>
            <a:ext cx="12489539" cy="0"/>
          </a:xfrm>
          <a:prstGeom prst="line">
            <a:avLst/>
          </a:prstGeom>
          <a:ln w="1079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6F8E3B-83AD-6C2B-4341-CDA3830B0EF3}"/>
              </a:ext>
            </a:extLst>
          </p:cNvPr>
          <p:cNvCxnSpPr>
            <a:cxnSpLocks/>
          </p:cNvCxnSpPr>
          <p:nvPr/>
        </p:nvCxnSpPr>
        <p:spPr>
          <a:xfrm flipH="1">
            <a:off x="-309449" y="4768606"/>
            <a:ext cx="7256" cy="3260971"/>
          </a:xfrm>
          <a:prstGeom prst="line">
            <a:avLst/>
          </a:prstGeom>
          <a:ln w="1079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EFF3194-B57F-D65D-7F44-A2B7AF535B2A}"/>
                  </a:ext>
                </a:extLst>
              </p:cNvPr>
              <p:cNvSpPr/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EFF3194-B57F-D65D-7F44-A2B7AF535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730" y="7509436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90E3EF3-EFF9-5881-2360-EFDCC895F58F}"/>
                  </a:ext>
                </a:extLst>
              </p:cNvPr>
              <p:cNvSpPr/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90E3EF3-EFF9-5881-2360-EFDCC895F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921" y="7749888"/>
                <a:ext cx="360000" cy="360000"/>
              </a:xfrm>
              <a:prstGeom prst="ellipse">
                <a:avLst/>
              </a:prstGeom>
              <a:blipFill>
                <a:blip r:embed="rId3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0CDB59-D2D2-78EC-124D-5E2CA79BA8ED}"/>
                  </a:ext>
                </a:extLst>
              </p:cNvPr>
              <p:cNvSpPr/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0CDB59-D2D2-78EC-124D-5E2CA79BA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26" y="7689437"/>
                <a:ext cx="360000" cy="360000"/>
              </a:xfrm>
              <a:prstGeom prst="ellipse">
                <a:avLst/>
              </a:prstGeom>
              <a:blipFill>
                <a:blip r:embed="rId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3D888D3-5546-04B2-F60F-4142FED37C0D}"/>
                  </a:ext>
                </a:extLst>
              </p:cNvPr>
              <p:cNvSpPr/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3D888D3-5546-04B2-F60F-4142FED37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277" y="7972182"/>
                <a:ext cx="360000" cy="360000"/>
              </a:xfrm>
              <a:prstGeom prst="ellipse">
                <a:avLst/>
              </a:prstGeom>
              <a:blipFill>
                <a:blip r:embed="rId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C4C9311-5345-C572-A7BD-93F31C91A368}"/>
                  </a:ext>
                </a:extLst>
              </p:cNvPr>
              <p:cNvSpPr/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C4C9311-5345-C572-A7BD-93F31C91A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8272" y="7876692"/>
                <a:ext cx="360000" cy="360000"/>
              </a:xfrm>
              <a:prstGeom prst="ellipse">
                <a:avLst/>
              </a:prstGeom>
              <a:blipFill>
                <a:blip r:embed="rId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6F5090-E804-6BE4-A6B6-E357583021EB}"/>
                  </a:ext>
                </a:extLst>
              </p:cNvPr>
              <p:cNvSpPr/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6F5090-E804-6BE4-A6B6-E357583021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23" y="8159438"/>
                <a:ext cx="360000" cy="360000"/>
              </a:xfrm>
              <a:prstGeom prst="ellipse">
                <a:avLst/>
              </a:prstGeom>
              <a:blipFill>
                <a:blip r:embed="rId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9BE79EC-B692-FC11-915E-D93477336D6D}"/>
                  </a:ext>
                </a:extLst>
              </p:cNvPr>
              <p:cNvSpPr/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9BE79EC-B692-FC11-915E-D93477336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58" y="7841529"/>
                <a:ext cx="360000" cy="360000"/>
              </a:xfrm>
              <a:prstGeom prst="ellipse">
                <a:avLst/>
              </a:prstGeom>
              <a:blipFill>
                <a:blip r:embed="rId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9ABE4E-4D9E-78E4-BB7B-97B82023F370}"/>
                  </a:ext>
                </a:extLst>
              </p:cNvPr>
              <p:cNvSpPr/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F9ABE4E-4D9E-78E4-BB7B-97B82023F3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953" y="7555684"/>
                <a:ext cx="360000" cy="360000"/>
              </a:xfrm>
              <a:prstGeom prst="ellipse">
                <a:avLst/>
              </a:prstGeom>
              <a:blipFill>
                <a:blip r:embed="rId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7AC9EBC-BEEA-15D3-21BB-94BFDC64E8FF}"/>
                  </a:ext>
                </a:extLst>
              </p:cNvPr>
              <p:cNvSpPr/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7AC9EBC-BEEA-15D3-21BB-94BFDC64E8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142" y="7614440"/>
                <a:ext cx="360000" cy="360000"/>
              </a:xfrm>
              <a:prstGeom prst="ellipse">
                <a:avLst/>
              </a:prstGeom>
              <a:blipFill>
                <a:blip r:embed="rId1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3984222-C6D7-E7A9-5911-577EEE38E1D3}"/>
                  </a:ext>
                </a:extLst>
              </p:cNvPr>
              <p:cNvSpPr/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3984222-C6D7-E7A9-5911-577EEE38E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647" y="7921303"/>
                <a:ext cx="360000" cy="360000"/>
              </a:xfrm>
              <a:prstGeom prst="ellipse">
                <a:avLst/>
              </a:prstGeom>
              <a:blipFill>
                <a:blip r:embed="rId11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01B005B-3A10-4A59-22AD-B662BDE8F013}"/>
                  </a:ext>
                </a:extLst>
              </p:cNvPr>
              <p:cNvSpPr/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01B005B-3A10-4A59-22AD-B662BDE8F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639" y="7794439"/>
                <a:ext cx="360000" cy="360000"/>
              </a:xfrm>
              <a:prstGeom prst="ellipse">
                <a:avLst/>
              </a:prstGeom>
              <a:blipFill>
                <a:blip r:embed="rId1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AC7CD55-9C15-C425-854F-F2246E4ACFD3}"/>
                  </a:ext>
                </a:extLst>
              </p:cNvPr>
              <p:cNvSpPr/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AC7CD55-9C15-C425-854F-F2246E4ACF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963" y="7446409"/>
                <a:ext cx="360000" cy="360000"/>
              </a:xfrm>
              <a:prstGeom prst="ellipse">
                <a:avLst/>
              </a:prstGeom>
              <a:blipFill>
                <a:blip r:embed="rId1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9076C1B-ED54-CF4C-B30C-2C369D7D4BE1}"/>
                  </a:ext>
                </a:extLst>
              </p:cNvPr>
              <p:cNvSpPr/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79076C1B-ED54-CF4C-B30C-2C369D7D4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85" y="7981696"/>
                <a:ext cx="360000" cy="360000"/>
              </a:xfrm>
              <a:prstGeom prst="ellipse">
                <a:avLst/>
              </a:prstGeom>
              <a:blipFill>
                <a:blip r:embed="rId1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65B83AD-C2C1-2794-8991-DAF2F8E33379}"/>
                  </a:ext>
                </a:extLst>
              </p:cNvPr>
              <p:cNvSpPr/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65B83AD-C2C1-2794-8991-DAF2F8E33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009" y="7633666"/>
                <a:ext cx="360000" cy="360000"/>
              </a:xfrm>
              <a:prstGeom prst="ellipse">
                <a:avLst/>
              </a:prstGeom>
              <a:blipFill>
                <a:blip r:embed="rId1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8ADFAD2-AE77-094F-0B9F-5E012C714EFD}"/>
                  </a:ext>
                </a:extLst>
              </p:cNvPr>
              <p:cNvSpPr/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8ADFAD2-AE77-094F-0B9F-5E012C714E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473" y="7407024"/>
                <a:ext cx="360000" cy="360000"/>
              </a:xfrm>
              <a:prstGeom prst="ellipse">
                <a:avLst/>
              </a:prstGeom>
              <a:blipFill>
                <a:blip r:embed="rId1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7EC3206-CE05-A094-8354-0AD8FE3B244E}"/>
                  </a:ext>
                </a:extLst>
              </p:cNvPr>
              <p:cNvSpPr/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7EC3206-CE05-A094-8354-0AD8FE3B2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979" y="7713886"/>
                <a:ext cx="360000" cy="360000"/>
              </a:xfrm>
              <a:prstGeom prst="ellipse">
                <a:avLst/>
              </a:prstGeom>
              <a:blipFill>
                <a:blip r:embed="rId17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BBB632A-9C1E-C83E-3FF3-13A13A04B704}"/>
                  </a:ext>
                </a:extLst>
              </p:cNvPr>
              <p:cNvSpPr/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BBB632A-9C1E-C83E-3FF3-13A13A04B7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547" y="7992011"/>
                <a:ext cx="360000" cy="360000"/>
              </a:xfrm>
              <a:prstGeom prst="ellipse">
                <a:avLst/>
              </a:prstGeom>
              <a:blipFill>
                <a:blip r:embed="rId18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757BC0C-C6E4-493B-9D2A-BA85484472BE}"/>
                  </a:ext>
                </a:extLst>
              </p:cNvPr>
              <p:cNvSpPr/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757BC0C-C6E4-493B-9D2A-BA8548447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05" y="7707670"/>
                <a:ext cx="360000" cy="360000"/>
              </a:xfrm>
              <a:prstGeom prst="ellipse">
                <a:avLst/>
              </a:prstGeom>
              <a:blipFill>
                <a:blip r:embed="rId19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B6AA5B2-41D7-5C37-D623-B668671FD832}"/>
                  </a:ext>
                </a:extLst>
              </p:cNvPr>
              <p:cNvSpPr/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B6AA5B2-41D7-5C37-D623-B668671FD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24" y="7505146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1B480E6-17CD-BC88-502E-668BC1A88785}"/>
                  </a:ext>
                </a:extLst>
              </p:cNvPr>
              <p:cNvSpPr/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1B480E6-17CD-BC88-502E-668BC1A887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691" y="7672507"/>
                <a:ext cx="360000" cy="360000"/>
              </a:xfrm>
              <a:prstGeom prst="ellipse">
                <a:avLst/>
              </a:prstGeom>
              <a:blipFill>
                <a:blip r:embed="rId2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34630FB-76BB-1967-D6A0-582B489EA754}"/>
                  </a:ext>
                </a:extLst>
              </p:cNvPr>
              <p:cNvSpPr/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234630FB-76BB-1967-D6A0-582B489EA7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7692403"/>
                <a:ext cx="360000" cy="360000"/>
              </a:xfrm>
              <a:prstGeom prst="ellipse">
                <a:avLst/>
              </a:prstGeom>
              <a:blipFill>
                <a:blip r:embed="rId2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EDCFC04-1774-AD34-A05A-21F8DAE7CB51}"/>
                  </a:ext>
                </a:extLst>
              </p:cNvPr>
              <p:cNvSpPr/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EDCFC04-1774-AD34-A05A-21F8DAE7CB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737" y="7859762"/>
                <a:ext cx="360000" cy="360000"/>
              </a:xfrm>
              <a:prstGeom prst="ellipse">
                <a:avLst/>
              </a:prstGeom>
              <a:blipFill>
                <a:blip r:embed="rId2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BE047B4-73F5-E6D2-8B3B-CB862D04A9CC}"/>
                  </a:ext>
                </a:extLst>
              </p:cNvPr>
              <p:cNvSpPr/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BE047B4-73F5-E6D2-8B3B-CB862D04A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4813" y="7848285"/>
                <a:ext cx="360000" cy="360000"/>
              </a:xfrm>
              <a:prstGeom prst="ellipse">
                <a:avLst/>
              </a:prstGeom>
              <a:blipFill>
                <a:blip r:embed="rId24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83C9DA0-F306-A0CF-3754-DCB0D539C6BF}"/>
                  </a:ext>
                </a:extLst>
              </p:cNvPr>
              <p:cNvSpPr/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83C9DA0-F306-A0CF-3754-DCB0D539C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70" y="8038259"/>
                <a:ext cx="360000" cy="360000"/>
              </a:xfrm>
              <a:prstGeom prst="ellipse">
                <a:avLst/>
              </a:prstGeom>
              <a:blipFill>
                <a:blip r:embed="rId25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81E5D52-404D-BA41-5270-CC5EFAE8F16D}"/>
                  </a:ext>
                </a:extLst>
              </p:cNvPr>
              <p:cNvSpPr/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81E5D52-404D-BA41-5270-CC5EFAE8F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779" y="7442120"/>
                <a:ext cx="360000" cy="360000"/>
              </a:xfrm>
              <a:prstGeom prst="ellipse">
                <a:avLst/>
              </a:prstGeom>
              <a:blipFill>
                <a:blip r:embed="rId26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54CC2B5-A0BD-8FB4-52E5-71FCA48A2827}"/>
                  </a:ext>
                </a:extLst>
              </p:cNvPr>
              <p:cNvSpPr/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54CC2B5-A0BD-8FB4-52E5-71FCA48A2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84" y="7748984"/>
                <a:ext cx="360000" cy="360000"/>
              </a:xfrm>
              <a:prstGeom prst="ellipse">
                <a:avLst/>
              </a:prstGeom>
              <a:blipFill>
                <a:blip r:embed="rId27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3D0DD92-B283-A6E6-6D23-C094B164620D}"/>
                  </a:ext>
                </a:extLst>
              </p:cNvPr>
              <p:cNvSpPr/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3D0DD92-B283-A6E6-6D23-C094B1646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277" y="7622121"/>
                <a:ext cx="360000" cy="360000"/>
              </a:xfrm>
              <a:prstGeom prst="ellipse">
                <a:avLst/>
              </a:prstGeom>
              <a:blipFill>
                <a:blip r:embed="rId28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57B30D4-2745-B54E-EAF8-B5691796D229}"/>
                  </a:ext>
                </a:extLst>
              </p:cNvPr>
              <p:cNvSpPr/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57B30D4-2745-B54E-EAF8-B5691796D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327" y="7904866"/>
                <a:ext cx="360000" cy="360000"/>
              </a:xfrm>
              <a:prstGeom prst="ellipse">
                <a:avLst/>
              </a:prstGeom>
              <a:blipFill>
                <a:blip r:embed="rId29"/>
                <a:stretch>
                  <a:fillRect l="-8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3B38DF28-199D-D9DF-69A6-0E9CDB64CDF6}"/>
                  </a:ext>
                </a:extLst>
              </p:cNvPr>
              <p:cNvSpPr/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3B38DF28-199D-D9DF-69A6-0E9CDB64C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23" y="7809377"/>
                <a:ext cx="360000" cy="360000"/>
              </a:xfrm>
              <a:prstGeom prst="ellipse">
                <a:avLst/>
              </a:prstGeom>
              <a:blipFill>
                <a:blip r:embed="rId30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900381F-F41E-88BD-410B-3C6D5EB37EAC}"/>
                  </a:ext>
                </a:extLst>
              </p:cNvPr>
              <p:cNvSpPr/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900381F-F41E-88BD-410B-3C6D5EB37E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373" y="8092121"/>
                <a:ext cx="360000" cy="360000"/>
              </a:xfrm>
              <a:prstGeom prst="ellipse">
                <a:avLst/>
              </a:prstGeom>
              <a:blipFill>
                <a:blip r:embed="rId31"/>
                <a:stretch>
                  <a:fillRect l="-10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C2817FD-74DD-5F1F-98BB-1A14C31AC22A}"/>
                  </a:ext>
                </a:extLst>
              </p:cNvPr>
              <p:cNvSpPr/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C2817FD-74DD-5F1F-98BB-1A14C31AC2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208" y="7774213"/>
                <a:ext cx="360000" cy="360000"/>
              </a:xfrm>
              <a:prstGeom prst="ellipse">
                <a:avLst/>
              </a:prstGeom>
              <a:blipFill>
                <a:blip r:embed="rId32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C63CFAF-D9ED-F91E-82AC-1B73917D8EB1}"/>
                  </a:ext>
                </a:extLst>
              </p:cNvPr>
              <p:cNvSpPr/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C63CFAF-D9ED-F91E-82AC-1B73917D8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50" y="7605258"/>
                <a:ext cx="360000" cy="360000"/>
              </a:xfrm>
              <a:prstGeom prst="ellipse">
                <a:avLst/>
              </a:prstGeom>
              <a:blipFill>
                <a:blip r:embed="rId33"/>
                <a:stretch>
                  <a:fillRect l="-8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>
            <a:extLst>
              <a:ext uri="{FF2B5EF4-FFF2-40B4-BE49-F238E27FC236}">
                <a16:creationId xmlns:a16="http://schemas.microsoft.com/office/drawing/2014/main" id="{9C9CCBBD-EE09-A668-AF0E-F279968C646F}"/>
              </a:ext>
            </a:extLst>
          </p:cNvPr>
          <p:cNvSpPr/>
          <p:nvPr/>
        </p:nvSpPr>
        <p:spPr>
          <a:xfrm>
            <a:off x="3681984" y="7343775"/>
            <a:ext cx="1299029" cy="1306286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6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76524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A09CCBAF-DCB6-E385-DADF-8225B3D4499C}"/>
              </a:ext>
            </a:extLst>
          </p:cNvPr>
          <p:cNvSpPr/>
          <p:nvPr/>
        </p:nvSpPr>
        <p:spPr>
          <a:xfrm>
            <a:off x="1819427" y="-345856"/>
            <a:ext cx="8956602" cy="7473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DE3A45D-72EE-D85D-667F-9F34756500F4}"/>
              </a:ext>
            </a:extLst>
          </p:cNvPr>
          <p:cNvSpPr/>
          <p:nvPr/>
        </p:nvSpPr>
        <p:spPr>
          <a:xfrm>
            <a:off x="1977821" y="2404487"/>
            <a:ext cx="8630210" cy="27647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78B46-C197-7A77-A295-671B26905C7C}"/>
              </a:ext>
            </a:extLst>
          </p:cNvPr>
          <p:cNvSpPr/>
          <p:nvPr/>
        </p:nvSpPr>
        <p:spPr>
          <a:xfrm>
            <a:off x="1977821" y="-201861"/>
            <a:ext cx="8630210" cy="146876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AEE5D-C59A-5B1F-D930-FCBEAA0E09C8}"/>
              </a:ext>
            </a:extLst>
          </p:cNvPr>
          <p:cNvSpPr/>
          <p:nvPr/>
        </p:nvSpPr>
        <p:spPr>
          <a:xfrm>
            <a:off x="2136219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E505CA-48FE-6363-BD57-845094D3F019}"/>
              </a:ext>
            </a:extLst>
          </p:cNvPr>
          <p:cNvSpPr/>
          <p:nvPr/>
        </p:nvSpPr>
        <p:spPr>
          <a:xfrm>
            <a:off x="2448212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F70BB3-6703-16B4-46C2-933A87D85182}"/>
              </a:ext>
            </a:extLst>
          </p:cNvPr>
          <p:cNvSpPr/>
          <p:nvPr/>
        </p:nvSpPr>
        <p:spPr>
          <a:xfrm>
            <a:off x="2774604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44AF21-490D-9B35-C21D-082263ADFAF7}"/>
              </a:ext>
            </a:extLst>
          </p:cNvPr>
          <p:cNvSpPr/>
          <p:nvPr/>
        </p:nvSpPr>
        <p:spPr>
          <a:xfrm>
            <a:off x="3076998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03B210-BDB9-1815-0764-DD83F83FE2E3}"/>
              </a:ext>
            </a:extLst>
          </p:cNvPr>
          <p:cNvSpPr/>
          <p:nvPr/>
        </p:nvSpPr>
        <p:spPr>
          <a:xfrm>
            <a:off x="3403390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F8622D-AEE9-E4B2-8762-01B984242D93}"/>
              </a:ext>
            </a:extLst>
          </p:cNvPr>
          <p:cNvSpPr/>
          <p:nvPr/>
        </p:nvSpPr>
        <p:spPr>
          <a:xfrm>
            <a:off x="3691385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B1C5AB-C6EB-78BB-9060-C8CB290AEBF2}"/>
              </a:ext>
            </a:extLst>
          </p:cNvPr>
          <p:cNvSpPr/>
          <p:nvPr/>
        </p:nvSpPr>
        <p:spPr>
          <a:xfrm>
            <a:off x="4017778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0D1B17-D76C-D5E3-5548-6F007EDCEA24}"/>
              </a:ext>
            </a:extLst>
          </p:cNvPr>
          <p:cNvSpPr/>
          <p:nvPr/>
        </p:nvSpPr>
        <p:spPr>
          <a:xfrm>
            <a:off x="4320171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1CF425-3844-C8AE-D06B-3EE3A9FA9F46}"/>
              </a:ext>
            </a:extLst>
          </p:cNvPr>
          <p:cNvSpPr/>
          <p:nvPr/>
        </p:nvSpPr>
        <p:spPr>
          <a:xfrm>
            <a:off x="4646564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B0D60B-7014-6B96-57A1-F033F5A5ED5F}"/>
              </a:ext>
            </a:extLst>
          </p:cNvPr>
          <p:cNvSpPr/>
          <p:nvPr/>
        </p:nvSpPr>
        <p:spPr>
          <a:xfrm>
            <a:off x="4958557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87A4B1-0A8B-A130-497D-435940141A9E}"/>
              </a:ext>
            </a:extLst>
          </p:cNvPr>
          <p:cNvSpPr/>
          <p:nvPr/>
        </p:nvSpPr>
        <p:spPr>
          <a:xfrm>
            <a:off x="5284950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2C791A-ECC1-1C83-632C-BC77D1F78355}"/>
              </a:ext>
            </a:extLst>
          </p:cNvPr>
          <p:cNvSpPr/>
          <p:nvPr/>
        </p:nvSpPr>
        <p:spPr>
          <a:xfrm>
            <a:off x="5587343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4992D1-65EA-C239-A658-E502A768E52D}"/>
              </a:ext>
            </a:extLst>
          </p:cNvPr>
          <p:cNvSpPr/>
          <p:nvPr/>
        </p:nvSpPr>
        <p:spPr>
          <a:xfrm>
            <a:off x="5913736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F591CF1-28D4-C118-093C-9EA3BB5B4FAE}"/>
              </a:ext>
            </a:extLst>
          </p:cNvPr>
          <p:cNvSpPr/>
          <p:nvPr/>
        </p:nvSpPr>
        <p:spPr>
          <a:xfrm>
            <a:off x="6201731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330559-0062-A8A9-AD36-D9141DF745F3}"/>
              </a:ext>
            </a:extLst>
          </p:cNvPr>
          <p:cNvSpPr/>
          <p:nvPr/>
        </p:nvSpPr>
        <p:spPr>
          <a:xfrm>
            <a:off x="6528123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DBF2D7-06B9-89DA-45A9-8C5C3BA3264F}"/>
              </a:ext>
            </a:extLst>
          </p:cNvPr>
          <p:cNvSpPr/>
          <p:nvPr/>
        </p:nvSpPr>
        <p:spPr>
          <a:xfrm>
            <a:off x="6830517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DEFAF7-530F-746A-CA59-DE77AE4B85E0}"/>
              </a:ext>
            </a:extLst>
          </p:cNvPr>
          <p:cNvSpPr/>
          <p:nvPr/>
        </p:nvSpPr>
        <p:spPr>
          <a:xfrm>
            <a:off x="7156909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6532B52-E907-8656-A16E-13DB373C2DB6}"/>
              </a:ext>
            </a:extLst>
          </p:cNvPr>
          <p:cNvSpPr/>
          <p:nvPr/>
        </p:nvSpPr>
        <p:spPr>
          <a:xfrm>
            <a:off x="7468901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E0F5FE-0F17-85B7-90EE-0A4EEEFD8754}"/>
              </a:ext>
            </a:extLst>
          </p:cNvPr>
          <p:cNvSpPr/>
          <p:nvPr/>
        </p:nvSpPr>
        <p:spPr>
          <a:xfrm>
            <a:off x="7795295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8D2390-F4EE-689C-12EB-8368C63B6442}"/>
              </a:ext>
            </a:extLst>
          </p:cNvPr>
          <p:cNvSpPr/>
          <p:nvPr/>
        </p:nvSpPr>
        <p:spPr>
          <a:xfrm>
            <a:off x="8097688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0A13888-08D2-21C9-93F7-6A58C13F9F78}"/>
              </a:ext>
            </a:extLst>
          </p:cNvPr>
          <p:cNvSpPr/>
          <p:nvPr/>
        </p:nvSpPr>
        <p:spPr>
          <a:xfrm>
            <a:off x="8424082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893730C-F5A9-2C3D-62BB-437E8891FD74}"/>
              </a:ext>
            </a:extLst>
          </p:cNvPr>
          <p:cNvSpPr/>
          <p:nvPr/>
        </p:nvSpPr>
        <p:spPr>
          <a:xfrm>
            <a:off x="8712075" y="-2018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C441E19-002E-05DE-B69A-0BCCFB3B5D47}"/>
              </a:ext>
            </a:extLst>
          </p:cNvPr>
          <p:cNvSpPr/>
          <p:nvPr/>
        </p:nvSpPr>
        <p:spPr>
          <a:xfrm>
            <a:off x="9038467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EB45D3-228D-1E05-0224-2D307D4A3C6C}"/>
              </a:ext>
            </a:extLst>
          </p:cNvPr>
          <p:cNvSpPr/>
          <p:nvPr/>
        </p:nvSpPr>
        <p:spPr>
          <a:xfrm>
            <a:off x="9340861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7326CEC-8962-E34C-4EE4-65CF69FF02CF}"/>
              </a:ext>
            </a:extLst>
          </p:cNvPr>
          <p:cNvSpPr/>
          <p:nvPr/>
        </p:nvSpPr>
        <p:spPr>
          <a:xfrm>
            <a:off x="9667253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1AE6375-B216-F450-B203-2DAAF7D90C1F}"/>
              </a:ext>
            </a:extLst>
          </p:cNvPr>
          <p:cNvSpPr/>
          <p:nvPr/>
        </p:nvSpPr>
        <p:spPr>
          <a:xfrm>
            <a:off x="9979247" y="-206660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F2E9859-531F-FD58-F1A8-CF739CC003BC}"/>
              </a:ext>
            </a:extLst>
          </p:cNvPr>
          <p:cNvSpPr/>
          <p:nvPr/>
        </p:nvSpPr>
        <p:spPr>
          <a:xfrm>
            <a:off x="10305640" y="-197061"/>
            <a:ext cx="158398" cy="146876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33950FA-03E0-DFDA-39C6-A893C5EE231D}"/>
              </a:ext>
            </a:extLst>
          </p:cNvPr>
          <p:cNvSpPr/>
          <p:nvPr/>
        </p:nvSpPr>
        <p:spPr>
          <a:xfrm>
            <a:off x="1977821" y="1319705"/>
            <a:ext cx="8630210" cy="101277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C91EE47-F056-68A7-0729-317C71B9B4F7}"/>
              </a:ext>
            </a:extLst>
          </p:cNvPr>
          <p:cNvSpPr/>
          <p:nvPr/>
        </p:nvSpPr>
        <p:spPr>
          <a:xfrm>
            <a:off x="2448216" y="2534082"/>
            <a:ext cx="955179" cy="251994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894E62C-ECCB-ABB1-F56D-19B1417BF5B5}"/>
              </a:ext>
            </a:extLst>
          </p:cNvPr>
          <p:cNvSpPr/>
          <p:nvPr/>
        </p:nvSpPr>
        <p:spPr>
          <a:xfrm>
            <a:off x="5815343" y="2534082"/>
            <a:ext cx="955179" cy="251994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39CF7E7-E610-EA9A-83A1-482D587F24CB}"/>
              </a:ext>
            </a:extLst>
          </p:cNvPr>
          <p:cNvSpPr/>
          <p:nvPr/>
        </p:nvSpPr>
        <p:spPr>
          <a:xfrm>
            <a:off x="9182468" y="2524484"/>
            <a:ext cx="955179" cy="251994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0401A072-91BD-25C1-FDFD-0838326834F0}"/>
              </a:ext>
            </a:extLst>
          </p:cNvPr>
          <p:cNvCxnSpPr>
            <a:cxnSpLocks/>
            <a:stCxn id="86" idx="2"/>
          </p:cNvCxnSpPr>
          <p:nvPr/>
        </p:nvCxnSpPr>
        <p:spPr>
          <a:xfrm rot="16200000" flipH="1">
            <a:off x="3836584" y="4143244"/>
            <a:ext cx="1612765" cy="343432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02F330B9-0A4F-7BD3-1570-F597709BD834}"/>
              </a:ext>
            </a:extLst>
          </p:cNvPr>
          <p:cNvCxnSpPr>
            <a:cxnSpLocks/>
          </p:cNvCxnSpPr>
          <p:nvPr/>
        </p:nvCxnSpPr>
        <p:spPr>
          <a:xfrm rot="5400000">
            <a:off x="7203709" y="4207745"/>
            <a:ext cx="1612765" cy="329992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DFBE81C-FCDB-9EE1-3B2C-1A5BFF9CD599}"/>
              </a:ext>
            </a:extLst>
          </p:cNvPr>
          <p:cNvSpPr/>
          <p:nvPr/>
        </p:nvSpPr>
        <p:spPr>
          <a:xfrm>
            <a:off x="6072131" y="7029582"/>
            <a:ext cx="455990" cy="189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17755D1-4122-6082-7B0E-C4FA94A9BDAC}"/>
              </a:ext>
            </a:extLst>
          </p:cNvPr>
          <p:cNvCxnSpPr>
            <a:cxnSpLocks/>
            <a:stCxn id="96" idx="2"/>
            <a:endCxn id="88" idx="2"/>
          </p:cNvCxnSpPr>
          <p:nvPr/>
        </p:nvCxnSpPr>
        <p:spPr>
          <a:xfrm rot="5400000" flipH="1">
            <a:off x="5258550" y="6088401"/>
            <a:ext cx="2073554" cy="4800"/>
          </a:xfrm>
          <a:prstGeom prst="bentConnector3">
            <a:avLst>
              <a:gd name="adj1" fmla="val -173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A633684-8B5D-2206-15F7-ED3E7061D194}"/>
              </a:ext>
            </a:extLst>
          </p:cNvPr>
          <p:cNvSpPr txBox="1"/>
          <p:nvPr/>
        </p:nvSpPr>
        <p:spPr>
          <a:xfrm>
            <a:off x="2136221" y="-206656"/>
            <a:ext cx="832781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450" b="1" dirty="0">
                <a:solidFill>
                  <a:schemeClr val="bg1"/>
                </a:solidFill>
              </a:rPr>
              <a:t>Collimator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EE7985-85CC-A9F6-1226-D26444D8A1C2}"/>
              </a:ext>
            </a:extLst>
          </p:cNvPr>
          <p:cNvSpPr txBox="1"/>
          <p:nvPr/>
        </p:nvSpPr>
        <p:spPr>
          <a:xfrm>
            <a:off x="2068338" y="1142067"/>
            <a:ext cx="8327816" cy="125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559" b="1" dirty="0">
                <a:solidFill>
                  <a:schemeClr val="bg1"/>
                </a:solidFill>
              </a:rPr>
              <a:t>Crystal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E24AB72-E6B1-F750-AFF9-7A37E22A8C10}"/>
              </a:ext>
            </a:extLst>
          </p:cNvPr>
          <p:cNvSpPr txBox="1"/>
          <p:nvPr/>
        </p:nvSpPr>
        <p:spPr>
          <a:xfrm rot="16200000">
            <a:off x="2168281" y="3011168"/>
            <a:ext cx="832781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450" b="1" dirty="0">
                <a:solidFill>
                  <a:schemeClr val="bg1"/>
                </a:solidFill>
              </a:rPr>
              <a:t>PMT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91654EB-186B-4899-C448-A753868FD6C1}"/>
              </a:ext>
            </a:extLst>
          </p:cNvPr>
          <p:cNvSpPr txBox="1"/>
          <p:nvPr/>
        </p:nvSpPr>
        <p:spPr>
          <a:xfrm>
            <a:off x="1977824" y="5407221"/>
            <a:ext cx="832781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450" b="1" dirty="0"/>
              <a:t>Electronics</a:t>
            </a:r>
          </a:p>
        </p:txBody>
      </p:sp>
    </p:spTree>
    <p:extLst>
      <p:ext uri="{BB962C8B-B14F-4D97-AF65-F5344CB8AC3E}">
        <p14:creationId xmlns:p14="http://schemas.microsoft.com/office/powerpoint/2010/main" val="161067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65D564-760F-C86C-A424-A32583C29A58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D0C014-E233-FA34-6ADA-A1C326E969D7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830C68-2501-0A9F-6D5B-709EB446BA2B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C2CE58-B1B8-B487-F0AC-A7739467FD20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370163B-642F-CFDA-17A8-6FB296833325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370163B-642F-CFDA-17A8-6FB296833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1B398ED-9B95-B8FC-52F6-E8C570E179E7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1B398ED-9B95-B8FC-52F6-E8C570E179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B360817-D395-EBB5-1602-3C900969618C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B360817-D395-EBB5-1602-3C9009696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EF206CA-B9BF-E472-5EDB-924F86EF2899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EF206CA-B9BF-E472-5EDB-924F86EF2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9CF2A5C-8B3E-AED5-001E-523B6372493C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9CF2A5C-8B3E-AED5-001E-523B637249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836890-1A8A-8BE9-8AC9-52CDA89DA100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A4CCC8-3362-0645-C22F-49752C29AADC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F762BA7F-5740-F188-A516-1925A4F9F90C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DB2BB7-493C-36D2-376D-BC0472EB24F2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DB2BB7-493C-36D2-376D-BC0472EB2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BD694CBA-9593-6872-67D9-14C3E5C70C4C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BBAC765-9BFF-0356-84AA-29C455A0BF81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BBAC765-9BFF-0356-84AA-29C455A0B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FB6AA1E-04D5-1AEC-F4B4-627681E60F10}"/>
              </a:ext>
            </a:extLst>
          </p:cNvPr>
          <p:cNvCxnSpPr>
            <a:cxnSpLocks/>
          </p:cNvCxnSpPr>
          <p:nvPr/>
        </p:nvCxnSpPr>
        <p:spPr>
          <a:xfrm flipH="1">
            <a:off x="9694404" y="-15949278"/>
            <a:ext cx="6166451" cy="141490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FA7D90C-EB43-4460-B58B-B3A32996E1B5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686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C7C5-FEB0-D2F0-5A1A-31CDB19E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B829D2-801E-5800-BC2B-66BAD7DDB78A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06D1CB-3ECD-7E52-7332-CE4EFA6CE3BB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06DDD2-755F-48D6-D766-48303AD34324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E7A581-4FC5-2A74-17FE-6859F2A057CB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1C354A5-0697-1F8D-ACBB-0C4ECF8E6109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1C354A5-0697-1F8D-ACBB-0C4ECF8E61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FE628F4-877D-21FE-CA94-6681CBF42985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FE628F4-877D-21FE-CA94-6681CBF42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998DB47-C9F4-AB75-4845-656506BBC418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998DB47-C9F4-AB75-4845-656506BBC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AB9A6D6-2BC1-120B-2119-176953336958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AB9A6D6-2BC1-120B-2119-1769533369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6ADA3C4-A6CC-1CA1-4EA5-629541BDCE34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6ADA3C4-A6CC-1CA1-4EA5-629541BDC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40EBD4-FF30-03FB-C110-C64B05D5F813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8963B4-5EFC-D333-4147-EA2D85671D25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226CEAC0-1A4D-1105-7057-E4691BA96103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6C4190-648D-95B0-3F52-B21CF1DB4C8F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6C4190-648D-95B0-3F52-B21CF1DB4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5B482C95-C3D0-DDD8-1639-A8C9416EBAA4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2EDDE6-527D-96DB-FADA-3849ED9732E6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2EDDE6-527D-96DB-FADA-3849ED973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F81606-69A6-7B11-ECE0-EC4FC1AB9EFF}"/>
              </a:ext>
            </a:extLst>
          </p:cNvPr>
          <p:cNvCxnSpPr>
            <a:cxnSpLocks/>
          </p:cNvCxnSpPr>
          <p:nvPr/>
        </p:nvCxnSpPr>
        <p:spPr>
          <a:xfrm flipH="1">
            <a:off x="9694404" y="-15949278"/>
            <a:ext cx="6166451" cy="141490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E38169-EBAA-D036-A029-DECF48A0653C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372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80A5-712E-1FCC-A527-0F036B6E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3EF7AC-FDF7-64F5-2806-86D22872BBC1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EE6309-F745-44A8-0049-225B42A0ADB3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C33102-17A5-7FBC-3EA5-79381233BA94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67E5AE6-748B-6A19-89EC-6676FC6B1255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67E5AE6-748B-6A19-89EC-6676FC6B12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360396B-17D0-7FDD-EEA7-153CAC14BBE5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360396B-17D0-7FDD-EEA7-153CAC14BB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5CBD05F-91D8-55D0-3821-1811853B5467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5CBD05F-91D8-55D0-3821-1811853B54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7043F6-EB7B-5913-419D-7041DFE172CA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E7043F6-EB7B-5913-419D-7041DFE172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6DE02D2-1761-12A3-3CC9-7C6F828348F6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6DE02D2-1761-12A3-3CC9-7C6F828348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FF1375-D6C2-9E97-F054-DBC94346ABDB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F14160-8360-BF00-1841-5B73FB532FD8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8B6CA5C7-9147-ABF8-5661-FD7709CBA2C7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763A6B0-4038-003A-A60E-B3AE900AFAC5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763A6B0-4038-003A-A60E-B3AE900AF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668A19AC-5899-EBD1-4915-A6AEBA0710CE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A64072-B1D8-C9F7-CB56-5AC2CD592C04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8A64072-B1D8-C9F7-CB56-5AC2CD592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C483EDE-B4D8-6A7D-B636-6C5F263FE9E4}"/>
              </a:ext>
            </a:extLst>
          </p:cNvPr>
          <p:cNvCxnSpPr>
            <a:cxnSpLocks/>
          </p:cNvCxnSpPr>
          <p:nvPr/>
        </p:nvCxnSpPr>
        <p:spPr>
          <a:xfrm flipH="1">
            <a:off x="6602526" y="-8833866"/>
            <a:ext cx="6166451" cy="141490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D90640-FCA4-E377-F262-94C4D33CC48C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51630D-8FD2-9DA2-4098-F3CB239259E0}"/>
              </a:ext>
            </a:extLst>
          </p:cNvPr>
          <p:cNvCxnSpPr>
            <a:cxnSpLocks/>
          </p:cNvCxnSpPr>
          <p:nvPr/>
        </p:nvCxnSpPr>
        <p:spPr>
          <a:xfrm flipV="1">
            <a:off x="3930849" y="-137994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29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F471-B74A-A0E8-7780-71172F6E9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1AFB9A-5178-C885-6964-8A98615DD819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0C9BE-CF1F-FAE8-BE43-182AFB1BDCB8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9FC086-713A-2D6A-A6B6-D04752AC9F38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8148E83-BF06-39EF-3DEF-90E2D6FCCDEC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8148E83-BF06-39EF-3DEF-90E2D6FCCD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87E47F5-A899-BD39-407B-D5C19968DF3B}"/>
                  </a:ext>
                </a:extLst>
              </p:cNvPr>
              <p:cNvSpPr/>
              <p:nvPr/>
            </p:nvSpPr>
            <p:spPr>
              <a:xfrm>
                <a:off x="8216225" y="64628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87E47F5-A899-BD39-407B-D5C19968DF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64628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B85108-A59D-662D-E0FC-768047B91F50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F65573-5764-D963-7D58-E7665BA4E2DD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AABE0872-1F31-D9A2-1272-784EAA2D006E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30F3533-B87F-F967-B135-602718E15C80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30F3533-B87F-F967-B135-602718E15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491DE118-F501-672D-5156-BCFB9D5812BE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9888FE-7BB7-38F5-648B-4F347387F822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49888FE-7BB7-38F5-648B-4F347387F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E1D470C-3D90-6EB3-7566-B339077FA3D9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E1D470C-3D90-6EB3-7566-B339077FA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C02B97F-4F05-469A-2FD5-BB4B4728A274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C02B97F-4F05-469A-2FD5-BB4B4728A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2409AFD-A788-1983-2222-42130F9B30D1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2409AFD-A788-1983-2222-42130F9B3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AE209-A198-78DE-A071-19B5CDE1A614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18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BF5B-A0C6-B7FB-601A-52680C7F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D9F46D-E408-6711-CD35-9CA867F3274B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1D4327-8E34-9BF1-AB07-EE8D271A8E47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047F6D-D72B-2511-9240-9BFBBC1833E9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7B11F6C-7C47-F11D-C81F-08986FD73E93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7B11F6C-7C47-F11D-C81F-08986FD73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9DD116A-32B9-C19F-4C71-F42F50AAC1AA}"/>
                  </a:ext>
                </a:extLst>
              </p:cNvPr>
              <p:cNvSpPr/>
              <p:nvPr/>
            </p:nvSpPr>
            <p:spPr>
              <a:xfrm>
                <a:off x="9937044" y="1676212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9DD116A-32B9-C19F-4C71-F42F50AAC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044" y="1676212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F07C0C-5EBD-FE9D-0E23-F61E48BB9BB6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78EE3C9-2F13-836A-C801-90F67F621BD2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AA412775-0D6E-4F93-9E5E-F8CA2C3CB6E8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712671-33A5-FC04-1D59-A09CD3E3C3B3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712671-33A5-FC04-1D59-A09CD3E3C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28F7367F-8F34-CB09-0ECA-2ACBF76AA1DC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BC58E2-9941-23CC-D800-F0D669F37EAE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3BC58E2-9941-23CC-D800-F0D669F37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A6010CA-3F20-2332-3519-104E93BA7CC9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A6010CA-3F20-2332-3519-104E93BA7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63A8DA-85AE-BA3F-28CB-663DEAA1B164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63A8DA-85AE-BA3F-28CB-663DEAA1B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656584-8FAC-3148-6C94-8C57F5FF06C8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656584-8FAC-3148-6C94-8C57F5FF06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502662-A4E9-5DCE-7023-59200EBBB2E8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2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0565-3104-2DA8-788E-CDF8FEE0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DE17E1-64A5-7501-C3DF-B17F9B11A75F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ABB9D9-E8AE-6F00-4B4D-BBCE4252CE79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D1229B-CD0B-9F4E-A4FB-EE1518CE51D5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01DD82F-A654-AD8E-6AAD-2D58048564EF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01DD82F-A654-AD8E-6AAD-2D5804856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AEB748B-2E09-A637-5065-6B0B09534DC1}"/>
                  </a:ext>
                </a:extLst>
              </p:cNvPr>
              <p:cNvSpPr/>
              <p:nvPr/>
            </p:nvSpPr>
            <p:spPr>
              <a:xfrm>
                <a:off x="9876309" y="3233548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AEB748B-2E09-A637-5065-6B0B09534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309" y="3233548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B2D7FA-1137-071B-FF6A-5C75DB590BCA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F48D3B-CD06-FF19-30AC-B08C33309142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74CE4464-209C-F5D8-7B26-F89F21737DBD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B81148-2A24-9DCC-D217-5E8064E80922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3B81148-2A24-9DCC-D217-5E8064E80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B5F40576-B90C-63F7-81A1-2CF93D42EFC8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68240CE-C487-DB2B-0237-BB625BCB8426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68240CE-C487-DB2B-0237-BB625BCB8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DAC9868-AA7D-322E-43B0-18B48CCADBB3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DAC9868-AA7D-322E-43B0-18B48CCADB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4ABD3E8-D78A-196C-7682-04DE3834F401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4ABD3E8-D78A-196C-7682-04DE3834F4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E8F2945-4900-F046-8787-18144ED06798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E8F2945-4900-F046-8787-18144ED06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D3259A-9B5F-AD08-D4BA-8C729E464750}"/>
              </a:ext>
            </a:extLst>
          </p:cNvPr>
          <p:cNvCxnSpPr>
            <a:cxnSpLocks/>
          </p:cNvCxnSpPr>
          <p:nvPr/>
        </p:nvCxnSpPr>
        <p:spPr>
          <a:xfrm>
            <a:off x="10875356" y="3419475"/>
            <a:ext cx="1724633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C813E4-7643-7CD1-CF02-E83434C64729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89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5F35-E6A5-C243-A7D1-3EB728AD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468A97-E01E-A931-9075-CF1CF78908AD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A4DFB9-ACBA-CD67-3FCD-7A5AE9DEF678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C04CE5-33FD-849F-DB7E-0588C82473BE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0140D37-FE90-3C8C-C773-7BE5CBC69A22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0140D37-FE90-3C8C-C773-7BE5CBC69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9D3AD6-0099-92CD-FF71-7953C68F07F4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794C9F-E37B-4BBB-19DA-15A018AB82AD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72D03F57-F545-6D6E-156C-01E049EF5831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BDF557-43E5-9D58-BD78-AC36ADAF7B19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BDF557-43E5-9D58-BD78-AC36ADAF7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6791B84F-3846-E4E4-878B-BD83D11DA955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2D62EE8-0699-8A2F-F866-6DF54A95BEAF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2D62EE8-0699-8A2F-F866-6DF54A95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2982219-4F6B-1238-8882-74AB8C67C21F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2982219-4F6B-1238-8882-74AB8C67C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1DB433A-353B-3E83-C8A9-9D034F32636F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1DB433A-353B-3E83-C8A9-9D034F326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43480E-ED86-DA72-ED40-587A31176109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43480E-ED86-DA72-ED40-587A311761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E133333-9893-F89B-00EC-3C3B84E81B2A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E133333-9893-F89B-00EC-3C3B84E81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ACD43C-0B6E-29A1-D5DB-91E2402F25ED}"/>
              </a:ext>
            </a:extLst>
          </p:cNvPr>
          <p:cNvCxnSpPr>
            <a:cxnSpLocks/>
          </p:cNvCxnSpPr>
          <p:nvPr/>
        </p:nvCxnSpPr>
        <p:spPr>
          <a:xfrm>
            <a:off x="14466279" y="3419475"/>
            <a:ext cx="172463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05F5E5-8A05-C9F6-8D2C-3C021A4589D4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70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AC77-F5F8-E882-50E7-83E9BC88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554D4A-A4CA-2C40-9EEB-B46C96FDD4DA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64A21B-8B18-19DF-510A-4D38486823F5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55D43A-3707-0FA5-830C-23257196511C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524384A-31FD-8455-BC55-D16912B63C80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524384A-31FD-8455-BC55-D16912B63C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2737322-FA30-40B8-3AE3-2DB78DF889F3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2737322-FA30-40B8-3AE3-2DB78DF88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9849936-DB24-3640-ABDB-A35D1F4776F0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9849936-DB24-3640-ABDB-A35D1F4776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7794BD2-1BF2-0B22-4054-9EF650EC8E83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7794BD2-1BF2-0B22-4054-9EF650EC8E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8154F1C-E920-E435-71C0-52DA401F26CF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8154F1C-E920-E435-71C0-52DA401F2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F796DB-DBAC-A460-C85B-2D4D45EB8282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B850DA-82D9-6822-186D-D3A3823A3F23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91FD47ED-E1D9-CCAD-B085-CB1B20975EE4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4438FE-0AD2-BE20-15FB-656024CEE779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4438FE-0AD2-BE20-15FB-656024CEE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0A65B4C8-2A49-69DC-9F05-BBF2EA51A9EC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017DF1A-026F-D212-AB8C-6AA6734A0322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017DF1A-026F-D212-AB8C-6AA6734A0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AEC3C52-448C-2658-B9F8-5E45769417DE}"/>
              </a:ext>
            </a:extLst>
          </p:cNvPr>
          <p:cNvCxnSpPr>
            <a:cxnSpLocks/>
          </p:cNvCxnSpPr>
          <p:nvPr/>
        </p:nvCxnSpPr>
        <p:spPr>
          <a:xfrm flipH="1">
            <a:off x="9694404" y="-15949278"/>
            <a:ext cx="6166451" cy="14149053"/>
          </a:xfrm>
          <a:prstGeom prst="straightConnector1">
            <a:avLst/>
          </a:prstGeom>
          <a:ln w="180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E7CA28D-77C4-E3B9-E70C-D15CC36934B7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48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808C-1A0F-81A4-DB92-C0F2CDD83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D46233-856C-5199-37AF-419CC2E1664F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20E725-00EB-B0CA-4C0D-C76A449598E9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F235E1-9AE5-413C-3EE4-6415C054B5D6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DC1A804-B9DD-E93B-4C61-384E881C2B32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DC1A804-B9DD-E93B-4C61-384E881C2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145ADE5-7554-3AD0-7BA9-852AC7DF8B68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145ADE5-7554-3AD0-7BA9-852AC7DF8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6886EC-0FFD-D267-AA9E-49F4D067598B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6886EC-0FFD-D267-AA9E-49F4D0675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CC4BAA3-D6DC-C4D6-6C58-CA461709BC45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CC4BAA3-D6DC-C4D6-6C58-CA461709BC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327983-F974-55A3-5EEB-F4FC3572970A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327983-F974-55A3-5EEB-F4FC35729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2B470AA-28F1-38EC-B718-2157CB346C6D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9FE9667-36BD-092B-2D1D-945C9EC37E4F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CF8B2F64-EB20-B8A1-4C3B-F4C91A0DCD7E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13ED4A5-4579-1CC9-7CE6-DF5F389F05AF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13ED4A5-4579-1CC9-7CE6-DF5F389F0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9DD86741-5118-4AFC-CAF6-610E20D7D070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0240255-C90C-C60A-76D6-1C9C5A85D0CE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0240255-C90C-C60A-76D6-1C9C5A85D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D22CE62-1E15-3EB7-A39A-39A5049C85B1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AF21BA-99B6-2E48-6F68-B3447E4F44B6}"/>
              </a:ext>
            </a:extLst>
          </p:cNvPr>
          <p:cNvCxnSpPr>
            <a:cxnSpLocks/>
          </p:cNvCxnSpPr>
          <p:nvPr/>
        </p:nvCxnSpPr>
        <p:spPr>
          <a:xfrm flipH="1">
            <a:off x="6611178" y="-8807794"/>
            <a:ext cx="6166451" cy="14149053"/>
          </a:xfrm>
          <a:prstGeom prst="straightConnector1">
            <a:avLst/>
          </a:prstGeom>
          <a:ln w="1809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83DEEB-CA0A-4FC4-EE85-54EE13B09457}"/>
              </a:ext>
            </a:extLst>
          </p:cNvPr>
          <p:cNvCxnSpPr>
            <a:cxnSpLocks/>
          </p:cNvCxnSpPr>
          <p:nvPr/>
        </p:nvCxnSpPr>
        <p:spPr>
          <a:xfrm flipV="1">
            <a:off x="3930847" y="-123479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562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8843-6DEB-E4B7-DC68-F65AD935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4FF3BD-72AA-1F6D-18AA-DDE42B00FD26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411A70-2646-B975-CCF5-7D61364467D4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F7367E-E860-0BDF-C8ED-EC2B61CBD415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A20921B-B9FA-7529-375F-85D7B1DEF9BC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A20921B-B9FA-7529-375F-85D7B1DEF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72E4D37-6685-5F33-6B50-C15656AD35EB}"/>
                  </a:ext>
                </a:extLst>
              </p:cNvPr>
              <p:cNvSpPr/>
              <p:nvPr/>
            </p:nvSpPr>
            <p:spPr>
              <a:xfrm>
                <a:off x="6015773" y="622974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72E4D37-6685-5F33-6B50-C15656AD3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73" y="622974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80455FE-11D6-9A7B-C097-6D322332FD4C}"/>
                  </a:ext>
                </a:extLst>
              </p:cNvPr>
              <p:cNvSpPr/>
              <p:nvPr/>
            </p:nvSpPr>
            <p:spPr>
              <a:xfrm>
                <a:off x="7081349" y="622974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80455FE-11D6-9A7B-C097-6D322332FD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349" y="622974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B0EA6D2-DF0C-4575-E7B0-B5393177940A}"/>
                  </a:ext>
                </a:extLst>
              </p:cNvPr>
              <p:cNvSpPr/>
              <p:nvPr/>
            </p:nvSpPr>
            <p:spPr>
              <a:xfrm>
                <a:off x="8185325" y="632574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B0EA6D2-DF0C-4575-E7B0-B539317794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325" y="632574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0E297A0-5500-9F3B-836B-5167FBE1A62D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0E297A0-5500-9F3B-836B-5167FBE1A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819443-5FC8-4392-D864-29473C232CA5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69CD55-1A18-5410-3198-996009D559CC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48EFD97A-F53A-A9A8-D5E9-ED9159E967B1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8E758B4-A3E3-0965-BB30-DC7C6BE8BC2E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8E758B4-A3E3-0965-BB30-DC7C6BE8B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75E23976-54E7-F187-ACCD-507962B65974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10EF6DF-661A-B294-9F56-FAF81DD8C3AB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10EF6DF-661A-B294-9F56-FAF81DD8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EB1028E-6128-EB20-A686-CE0108589779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49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43058-B741-D44C-FDE9-D1672350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B1352B-9E2C-DFB8-D3DD-4FC542DC4E3D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CEA3B8-34FD-020B-E393-BE3B658BD01B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05E93C-9530-96C8-2C1F-A47937AC6DF1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C320DA3-7F9F-E825-FF7E-7A921D4B2C82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C320DA3-7F9F-E825-FF7E-7A921D4B2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080D8BF-EC3D-5732-277A-2976C747CD70}"/>
                  </a:ext>
                </a:extLst>
              </p:cNvPr>
              <p:cNvSpPr/>
              <p:nvPr/>
            </p:nvSpPr>
            <p:spPr>
              <a:xfrm>
                <a:off x="9120964" y="167746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080D8BF-EC3D-5732-277A-2976C747CD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964" y="1677469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DCBBF81-4032-73B4-CF1E-A9DCD152D284}"/>
                  </a:ext>
                </a:extLst>
              </p:cNvPr>
              <p:cNvSpPr/>
              <p:nvPr/>
            </p:nvSpPr>
            <p:spPr>
              <a:xfrm>
                <a:off x="10186540" y="167746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DCBBF81-4032-73B4-CF1E-A9DCD152D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6540" y="1677469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84FE6A2-631C-41E4-F040-2FDBADF325CB}"/>
                  </a:ext>
                </a:extLst>
              </p:cNvPr>
              <p:cNvSpPr/>
              <p:nvPr/>
            </p:nvSpPr>
            <p:spPr>
              <a:xfrm>
                <a:off x="11290515" y="168706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84FE6A2-631C-41E4-F040-2FDBADF325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515" y="168706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ACE710-6F1C-58CD-B618-8ED9349F34A4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384880-0E1E-D688-0899-8932D2F5C806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12BCD906-B6F3-6ED0-BAFE-0F536684B98D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528DE00-D781-C4D3-1936-1878E13136AE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528DE00-D781-C4D3-1936-1878E1313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B0ABF122-4F7C-8E6C-14ED-9A5A1B29E7C8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F77668-97A0-BF0B-FA73-FB85C5DB1DF9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F77668-97A0-BF0B-FA73-FB85C5DB1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23071C-3DB3-910F-ABD8-5DBB852A50B7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A26A9-CA96-1678-E00D-FE38BA792B66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A26A9-CA96-1678-E00D-FE38BA792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816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BBAB-A1C8-0744-88A2-65C8E6C5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AE52FD-599D-236E-E8C1-443989CAB5CC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5CF58F-D99C-0961-C9E1-8D1CBF7290F6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64959E-FFFA-06B2-B8FB-3FAE27548889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9E35905-AB3D-6744-04D9-C1451D17F404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9E35905-AB3D-6744-04D9-C1451D17F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0CA7B4D-A52E-9B62-8892-65821999E1A7}"/>
                  </a:ext>
                </a:extLst>
              </p:cNvPr>
              <p:cNvSpPr/>
              <p:nvPr/>
            </p:nvSpPr>
            <p:spPr>
              <a:xfrm>
                <a:off x="9120964" y="3274043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20CA7B4D-A52E-9B62-8892-65821999E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964" y="3274043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9FB788E-2EB2-4BB7-4456-29FEAD8B7A12}"/>
                  </a:ext>
                </a:extLst>
              </p:cNvPr>
              <p:cNvSpPr/>
              <p:nvPr/>
            </p:nvSpPr>
            <p:spPr>
              <a:xfrm>
                <a:off x="10186540" y="3274043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9FB788E-2EB2-4BB7-4456-29FEAD8B7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6540" y="3274043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9AF6CD9-7384-5D50-A5BA-58E2724C655D}"/>
                  </a:ext>
                </a:extLst>
              </p:cNvPr>
              <p:cNvSpPr/>
              <p:nvPr/>
            </p:nvSpPr>
            <p:spPr>
              <a:xfrm>
                <a:off x="11290515" y="3283643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9AF6CD9-7384-5D50-A5BA-58E2724C6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515" y="3283643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0E951E-5C31-4278-077D-8A9801D7463D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195D179-BE31-788A-87DC-49B3B70FE784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DC4B8649-CBD5-7ABE-5424-068065A1E6D0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E6E5DD-236E-F1E0-EED3-01E981F4C03B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E6E5DD-236E-F1E0-EED3-01E981F4C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58B1852A-7C55-08EA-0E87-1BC14E8F13DB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D8DF5D2-4267-4C60-63CC-7AEC94F3CC6C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D8DF5D2-4267-4C60-63CC-7AEC94F3C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4BB70E2-CED4-BA2D-1231-B537AEBA7627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82BD05F-25BB-B947-C415-5E05B131A530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82BD05F-25BB-B947-C415-5E05B131A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F0EB94-93B9-298F-B7AF-79E90C7654BA}"/>
              </a:ext>
            </a:extLst>
          </p:cNvPr>
          <p:cNvCxnSpPr>
            <a:cxnSpLocks/>
          </p:cNvCxnSpPr>
          <p:nvPr/>
        </p:nvCxnSpPr>
        <p:spPr>
          <a:xfrm>
            <a:off x="10875356" y="3419475"/>
            <a:ext cx="1724633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86DE70-3378-762A-8293-407030D9C672}"/>
              </a:ext>
            </a:extLst>
          </p:cNvPr>
          <p:cNvCxnSpPr>
            <a:cxnSpLocks/>
          </p:cNvCxnSpPr>
          <p:nvPr/>
        </p:nvCxnSpPr>
        <p:spPr>
          <a:xfrm>
            <a:off x="10897128" y="2904219"/>
            <a:ext cx="1724633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4982F9-4311-5210-8018-488C649C30D0}"/>
              </a:ext>
            </a:extLst>
          </p:cNvPr>
          <p:cNvCxnSpPr>
            <a:cxnSpLocks/>
          </p:cNvCxnSpPr>
          <p:nvPr/>
        </p:nvCxnSpPr>
        <p:spPr>
          <a:xfrm>
            <a:off x="10962443" y="3956503"/>
            <a:ext cx="1724633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5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4B71-89C1-B779-FAA1-D589E92E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8CBF75-9E22-4735-5448-EDF825588387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9EC64D-C213-06E9-04A2-97E777FB30C2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28BFEE-CAC6-9C98-BC21-262501862B63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63D0DC7-DC75-F9E8-B569-D45D90D011E0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63D0DC7-DC75-F9E8-B569-D45D90D01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709D49-556F-C84E-920C-9603A65D48FC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DE5212DB-71DA-3C96-084E-E2772F9C0126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6B2030-12C6-48DF-2EF6-673C90D8A75E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6B2030-12C6-48DF-2EF6-673C90D8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5209C4DC-AD92-8198-EDE9-186D2DE73D26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2DD35F-F11B-A32E-5062-0A00176DD1F0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2DD35F-F11B-A32E-5062-0A00176DD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8297807-0156-2630-B726-918B3E50A07D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5A0E33F-73C7-A4B2-B7F9-66AE49094939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5A0E33F-73C7-A4B2-B7F9-66AE49094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DEDCC1-0377-6AC8-20C9-2579B7F67ED0}"/>
              </a:ext>
            </a:extLst>
          </p:cNvPr>
          <p:cNvCxnSpPr>
            <a:cxnSpLocks/>
          </p:cNvCxnSpPr>
          <p:nvPr/>
        </p:nvCxnSpPr>
        <p:spPr>
          <a:xfrm>
            <a:off x="14417292" y="3419475"/>
            <a:ext cx="172463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AA2283-07D9-92F6-6947-BDC52CDEDD26}"/>
              </a:ext>
            </a:extLst>
          </p:cNvPr>
          <p:cNvCxnSpPr>
            <a:cxnSpLocks/>
          </p:cNvCxnSpPr>
          <p:nvPr/>
        </p:nvCxnSpPr>
        <p:spPr>
          <a:xfrm>
            <a:off x="14439064" y="2904219"/>
            <a:ext cx="172463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C86ED3-D073-76E5-83FF-0D5BB14325E4}"/>
              </a:ext>
            </a:extLst>
          </p:cNvPr>
          <p:cNvCxnSpPr>
            <a:cxnSpLocks/>
          </p:cNvCxnSpPr>
          <p:nvPr/>
        </p:nvCxnSpPr>
        <p:spPr>
          <a:xfrm>
            <a:off x="14504380" y="3956504"/>
            <a:ext cx="172463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46F83F1-DEAF-34C8-AE6C-ED5F8B4A3941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46F83F1-DEAF-34C8-AE6C-ED5F8B4A3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68C5BD-C094-F1C7-B92D-263C24A653A9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68C5BD-C094-F1C7-B92D-263C24A653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F7158A2-37C3-C9EC-013B-F00570936643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F7158A2-37C3-C9EC-013B-F00570936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E5537-4313-FF3A-653F-4BAF6D6212D7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3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E37D-891F-6056-EC92-95092459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80AFC0-04A7-5809-D21F-C59A28F40433}"/>
              </a:ext>
            </a:extLst>
          </p:cNvPr>
          <p:cNvCxnSpPr>
            <a:cxnSpLocks/>
          </p:cNvCxnSpPr>
          <p:nvPr/>
        </p:nvCxnSpPr>
        <p:spPr>
          <a:xfrm flipV="1">
            <a:off x="3938106" y="-116222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007AF5-B5C7-8326-2C45-3000B47EDF8C}"/>
              </a:ext>
            </a:extLst>
          </p:cNvPr>
          <p:cNvCxnSpPr>
            <a:cxnSpLocks/>
          </p:cNvCxnSpPr>
          <p:nvPr/>
        </p:nvCxnSpPr>
        <p:spPr>
          <a:xfrm>
            <a:off x="3901110" y="6910826"/>
            <a:ext cx="8198219" cy="33599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7AF930-97FC-9051-8469-A504189B39E1}"/>
              </a:ext>
            </a:extLst>
          </p:cNvPr>
          <p:cNvCxnSpPr>
            <a:cxnSpLocks/>
          </p:cNvCxnSpPr>
          <p:nvPr/>
        </p:nvCxnSpPr>
        <p:spPr>
          <a:xfrm>
            <a:off x="4037096" y="5317256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061838-F07E-1CD0-A715-AF0489E25030}"/>
              </a:ext>
            </a:extLst>
          </p:cNvPr>
          <p:cNvCxnSpPr>
            <a:cxnSpLocks/>
          </p:cNvCxnSpPr>
          <p:nvPr/>
        </p:nvCxnSpPr>
        <p:spPr>
          <a:xfrm>
            <a:off x="4037096" y="1582939"/>
            <a:ext cx="68382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0AE06F-79B9-1679-44D4-5A0E8F3A0390}"/>
                  </a:ext>
                </a:extLst>
              </p:cNvPr>
              <p:cNvSpPr/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0AE06F-79B9-1679-44D4-5A0E8F3A0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697" y="5346059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100496D-03F3-12CC-99F0-CFD6B917AAB2}"/>
                  </a:ext>
                </a:extLst>
              </p:cNvPr>
              <p:cNvSpPr/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100496D-03F3-12CC-99F0-CFD6B917AA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3" y="5341260"/>
                <a:ext cx="964760" cy="93596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5005498-CB3D-7E0A-613D-850CBAA84466}"/>
                  </a:ext>
                </a:extLst>
              </p:cNvPr>
              <p:cNvSpPr/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5005498-CB3D-7E0A-613D-850CBAA84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250" y="5341260"/>
                <a:ext cx="964760" cy="93596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AFBDAA3-82D3-38BA-9276-81A54269494C}"/>
                  </a:ext>
                </a:extLst>
              </p:cNvPr>
              <p:cNvSpPr/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AFBDAA3-82D3-38BA-9276-81A5426949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225" y="5350859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5ED7FD2-8C4A-E996-EAF2-A2F9535A3149}"/>
                  </a:ext>
                </a:extLst>
              </p:cNvPr>
              <p:cNvSpPr/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5ED7FD2-8C4A-E996-EAF2-A2F9535A3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2021" y="5399029"/>
                <a:ext cx="964760" cy="93596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B91F57-B5A7-FA9E-8F5B-C2FC9054CD5D}"/>
              </a:ext>
            </a:extLst>
          </p:cNvPr>
          <p:cNvCxnSpPr>
            <a:cxnSpLocks/>
          </p:cNvCxnSpPr>
          <p:nvPr/>
        </p:nvCxnSpPr>
        <p:spPr>
          <a:xfrm>
            <a:off x="9514990" y="2642234"/>
            <a:ext cx="2336629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736684-E581-49C3-FED1-36364B56A649}"/>
              </a:ext>
            </a:extLst>
          </p:cNvPr>
          <p:cNvCxnSpPr>
            <a:cxnSpLocks/>
          </p:cNvCxnSpPr>
          <p:nvPr/>
        </p:nvCxnSpPr>
        <p:spPr>
          <a:xfrm>
            <a:off x="9514988" y="4229741"/>
            <a:ext cx="2336628" cy="0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54C11F9F-DB46-0295-7BAE-C35E2856DFEF}"/>
              </a:ext>
            </a:extLst>
          </p:cNvPr>
          <p:cNvSpPr/>
          <p:nvPr/>
        </p:nvSpPr>
        <p:spPr>
          <a:xfrm rot="14116161">
            <a:off x="2178537" y="1580587"/>
            <a:ext cx="3717114" cy="3719471"/>
          </a:xfrm>
          <a:prstGeom prst="arc">
            <a:avLst>
              <a:gd name="adj1" fmla="val 13274552"/>
              <a:gd name="adj2" fmla="val 1909444"/>
            </a:avLst>
          </a:prstGeom>
          <a:ln w="76200">
            <a:solidFill>
              <a:schemeClr val="bg2"/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A0D7A10-2811-DC8E-099F-58F5CCFF7DC4}"/>
                  </a:ext>
                </a:extLst>
              </p:cNvPr>
              <p:cNvSpPr txBox="1"/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A0D7A10-2811-DC8E-099F-58F5CCFF7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45178" y="3149732"/>
                <a:ext cx="9597389" cy="5287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Arc 53">
            <a:extLst>
              <a:ext uri="{FF2B5EF4-FFF2-40B4-BE49-F238E27FC236}">
                <a16:creationId xmlns:a16="http://schemas.microsoft.com/office/drawing/2014/main" id="{C01A6A24-6E37-5509-79A1-5B520C10838F}"/>
              </a:ext>
            </a:extLst>
          </p:cNvPr>
          <p:cNvSpPr/>
          <p:nvPr/>
        </p:nvSpPr>
        <p:spPr>
          <a:xfrm rot="14116161">
            <a:off x="8746760" y="2604344"/>
            <a:ext cx="1583433" cy="1584438"/>
          </a:xfrm>
          <a:prstGeom prst="arc">
            <a:avLst>
              <a:gd name="adj1" fmla="val 13274552"/>
              <a:gd name="adj2" fmla="val 1909444"/>
            </a:avLst>
          </a:prstGeom>
          <a:ln w="38100">
            <a:solidFill>
              <a:schemeClr val="bg2">
                <a:lumMod val="75000"/>
              </a:schemeClr>
            </a:solidFill>
            <a:prstDash val="lg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3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FB169D0-1CE5-68EE-09E2-E23313630F27}"/>
                  </a:ext>
                </a:extLst>
              </p:cNvPr>
              <p:cNvSpPr txBox="1"/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36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836" i="1">
                          <a:latin typeface="Cambria Math" panose="02040503050406030204" pitchFamily="18" charset="0"/>
                        </a:rPr>
                        <m:t>𝑘𝑒𝑉</m:t>
                      </m:r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FB169D0-1CE5-68EE-09E2-E23313630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837146" y="3061652"/>
                <a:ext cx="9597389" cy="5287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0F2229E-2AA1-F703-96C4-99D5B09FD2DB}"/>
              </a:ext>
            </a:extLst>
          </p:cNvPr>
          <p:cNvCxnSpPr>
            <a:cxnSpLocks/>
          </p:cNvCxnSpPr>
          <p:nvPr/>
        </p:nvCxnSpPr>
        <p:spPr>
          <a:xfrm flipH="1">
            <a:off x="9694404" y="-15949278"/>
            <a:ext cx="6166451" cy="141490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21B8B5C-30AA-9EC9-E14A-22FE11287580}"/>
              </a:ext>
            </a:extLst>
          </p:cNvPr>
          <p:cNvCxnSpPr>
            <a:cxnSpLocks/>
          </p:cNvCxnSpPr>
          <p:nvPr/>
        </p:nvCxnSpPr>
        <p:spPr>
          <a:xfrm flipV="1">
            <a:off x="3930850" y="-123478"/>
            <a:ext cx="0" cy="70606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373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FF3F-A2F6-9F32-53CA-DA2D7F3F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732590-5031-CF4E-E6C2-8370B95524E3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334152" y="3599656"/>
            <a:ext cx="690164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5A85CDA-A85E-9A4B-9F2C-556F9101C2A8}"/>
              </a:ext>
            </a:extLst>
          </p:cNvPr>
          <p:cNvSpPr/>
          <p:nvPr/>
        </p:nvSpPr>
        <p:spPr>
          <a:xfrm>
            <a:off x="6369383" y="3131675"/>
            <a:ext cx="964760" cy="93596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8B815F2-FA49-CFCD-9879-6637104DA8CB}"/>
                  </a:ext>
                </a:extLst>
              </p:cNvPr>
              <p:cNvSpPr/>
              <p:nvPr/>
            </p:nvSpPr>
            <p:spPr>
              <a:xfrm>
                <a:off x="6369383" y="3131675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8B815F2-FA49-CFCD-9879-6637104DA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383" y="3131675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243786-8ABF-09AD-C15B-15FFBE3C289A}"/>
              </a:ext>
            </a:extLst>
          </p:cNvPr>
          <p:cNvCxnSpPr>
            <a:cxnSpLocks/>
          </p:cNvCxnSpPr>
          <p:nvPr/>
        </p:nvCxnSpPr>
        <p:spPr>
          <a:xfrm>
            <a:off x="-5755342" y="3599656"/>
            <a:ext cx="5755342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374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BAF0-3F49-78E7-8A5D-EAC7C7AB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578DF6-80EB-C072-505D-92358FB68ED5}"/>
              </a:ext>
            </a:extLst>
          </p:cNvPr>
          <p:cNvCxnSpPr>
            <a:cxnSpLocks/>
          </p:cNvCxnSpPr>
          <p:nvPr/>
        </p:nvCxnSpPr>
        <p:spPr>
          <a:xfrm>
            <a:off x="572892" y="3599656"/>
            <a:ext cx="5755342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114A014-281D-BDF4-C88C-CBC9833EFF7F}"/>
              </a:ext>
            </a:extLst>
          </p:cNvPr>
          <p:cNvSpPr/>
          <p:nvPr/>
        </p:nvSpPr>
        <p:spPr>
          <a:xfrm>
            <a:off x="6369383" y="3131677"/>
            <a:ext cx="7089442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B5D515-807C-D816-814D-B4B31745351C}"/>
              </a:ext>
            </a:extLst>
          </p:cNvPr>
          <p:cNvCxnSpPr>
            <a:cxnSpLocks/>
          </p:cNvCxnSpPr>
          <p:nvPr/>
        </p:nvCxnSpPr>
        <p:spPr>
          <a:xfrm flipV="1">
            <a:off x="6851766" y="3512141"/>
            <a:ext cx="107894" cy="87519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D074D28-6D06-FEA4-D8C4-128694E054C3}"/>
              </a:ext>
            </a:extLst>
          </p:cNvPr>
          <p:cNvCxnSpPr>
            <a:cxnSpLocks/>
          </p:cNvCxnSpPr>
          <p:nvPr/>
        </p:nvCxnSpPr>
        <p:spPr>
          <a:xfrm>
            <a:off x="6851767" y="3599660"/>
            <a:ext cx="215787" cy="23891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995DDC-3209-FF08-4CE1-39E6703E6FB3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334152" y="3599656"/>
            <a:ext cx="690164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FF120C3-7CD8-7D94-D238-201BDAB6B099}"/>
              </a:ext>
            </a:extLst>
          </p:cNvPr>
          <p:cNvSpPr/>
          <p:nvPr/>
        </p:nvSpPr>
        <p:spPr>
          <a:xfrm>
            <a:off x="6369383" y="3131675"/>
            <a:ext cx="964760" cy="93596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E66FBA3-A5C9-A3B8-6341-63EF2638F829}"/>
                  </a:ext>
                </a:extLst>
              </p:cNvPr>
              <p:cNvSpPr/>
              <p:nvPr/>
            </p:nvSpPr>
            <p:spPr>
              <a:xfrm>
                <a:off x="6369383" y="3131675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3E66FBA3-A5C9-A3B8-6341-63EF2638F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383" y="3131675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891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1815A-D96E-6008-3F77-C8D2A1B5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6630665-5B5E-8D52-974B-C90261311B91}"/>
              </a:ext>
            </a:extLst>
          </p:cNvPr>
          <p:cNvSpPr/>
          <p:nvPr/>
        </p:nvSpPr>
        <p:spPr>
          <a:xfrm>
            <a:off x="4724404" y="3131677"/>
            <a:ext cx="1644977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4F2FDA-F01B-01DF-6D01-E5DABB4FBA4B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334152" y="3599656"/>
            <a:ext cx="690164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DE28FF1-1D46-4921-9735-5C591041DCA3}"/>
              </a:ext>
            </a:extLst>
          </p:cNvPr>
          <p:cNvSpPr/>
          <p:nvPr/>
        </p:nvSpPr>
        <p:spPr>
          <a:xfrm>
            <a:off x="6369383" y="3131675"/>
            <a:ext cx="964760" cy="93596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3D80F9-2E0A-84FC-FBD5-3CDE31A2B44F}"/>
              </a:ext>
            </a:extLst>
          </p:cNvPr>
          <p:cNvCxnSpPr>
            <a:cxnSpLocks/>
          </p:cNvCxnSpPr>
          <p:nvPr/>
        </p:nvCxnSpPr>
        <p:spPr>
          <a:xfrm>
            <a:off x="7334147" y="4067639"/>
            <a:ext cx="3450827" cy="273910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208F579-5389-F66C-391D-0A67818D2A2F}"/>
                  </a:ext>
                </a:extLst>
              </p:cNvPr>
              <p:cNvSpPr/>
              <p:nvPr/>
            </p:nvSpPr>
            <p:spPr>
              <a:xfrm>
                <a:off x="9983440" y="69161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208F579-5389-F66C-391D-0A67818D2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440" y="69161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F2FBDE-A59B-FBD6-7C92-26D124E9DEF3}"/>
              </a:ext>
            </a:extLst>
          </p:cNvPr>
          <p:cNvCxnSpPr>
            <a:cxnSpLocks/>
          </p:cNvCxnSpPr>
          <p:nvPr/>
        </p:nvCxnSpPr>
        <p:spPr>
          <a:xfrm flipV="1">
            <a:off x="7192857" y="1005125"/>
            <a:ext cx="2790584" cy="2263619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07CF2F1-8B62-DD9B-37CE-AC16C11D3485}"/>
              </a:ext>
            </a:extLst>
          </p:cNvPr>
          <p:cNvSpPr/>
          <p:nvPr/>
        </p:nvSpPr>
        <p:spPr>
          <a:xfrm>
            <a:off x="4583119" y="3050992"/>
            <a:ext cx="1786258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507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E79B-AD13-51FB-2C91-B28A2EB8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A0ADBE5-75E6-B429-9B9D-1AA96DDA530C}"/>
              </a:ext>
            </a:extLst>
          </p:cNvPr>
          <p:cNvSpPr/>
          <p:nvPr/>
        </p:nvSpPr>
        <p:spPr>
          <a:xfrm>
            <a:off x="6369383" y="3131677"/>
            <a:ext cx="7089442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F7444A-6D39-142E-63E4-E3E838E1AC2B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334152" y="3599656"/>
            <a:ext cx="690164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266E3EA-C3EF-3329-40DA-F4A7310C1CC4}"/>
              </a:ext>
            </a:extLst>
          </p:cNvPr>
          <p:cNvSpPr/>
          <p:nvPr/>
        </p:nvSpPr>
        <p:spPr>
          <a:xfrm>
            <a:off x="6369383" y="3131675"/>
            <a:ext cx="964760" cy="93596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7500015-88B8-2C00-5F16-7CA7E0E66D6E}"/>
                  </a:ext>
                </a:extLst>
              </p:cNvPr>
              <p:cNvSpPr/>
              <p:nvPr/>
            </p:nvSpPr>
            <p:spPr>
              <a:xfrm>
                <a:off x="9983440" y="69161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7500015-88B8-2C00-5F16-7CA7E0E66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440" y="69161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C76B1AB6-B1AE-E4E2-AE6F-F707B5D58D72}"/>
              </a:ext>
            </a:extLst>
          </p:cNvPr>
          <p:cNvSpPr/>
          <p:nvPr/>
        </p:nvSpPr>
        <p:spPr>
          <a:xfrm>
            <a:off x="4192530" y="816260"/>
            <a:ext cx="5318466" cy="5566797"/>
          </a:xfrm>
          <a:prstGeom prst="arc">
            <a:avLst>
              <a:gd name="adj1" fmla="val 19197771"/>
              <a:gd name="adj2" fmla="val 0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678B69FC-EEEA-4A7E-7B6B-DF0C0A38CB98}"/>
              </a:ext>
            </a:extLst>
          </p:cNvPr>
          <p:cNvSpPr/>
          <p:nvPr/>
        </p:nvSpPr>
        <p:spPr>
          <a:xfrm>
            <a:off x="4565608" y="1206757"/>
            <a:ext cx="4572315" cy="4785805"/>
          </a:xfrm>
          <a:prstGeom prst="arc">
            <a:avLst>
              <a:gd name="adj1" fmla="val 21593926"/>
              <a:gd name="adj2" fmla="val 2328598"/>
            </a:avLst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61714A-E66A-D286-B75D-4BC10B08B40B}"/>
                  </a:ext>
                </a:extLst>
              </p:cNvPr>
              <p:cNvSpPr txBox="1"/>
              <p:nvPr/>
            </p:nvSpPr>
            <p:spPr>
              <a:xfrm>
                <a:off x="9419600" y="2299249"/>
                <a:ext cx="680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3600" dirty="0"/>
                            <m:t>ϑ</m:t>
                          </m:r>
                        </m:e>
                        <m:sub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61714A-E66A-D286-B75D-4BC10B08B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600" y="2299249"/>
                <a:ext cx="68007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B3A7D-C172-557E-551F-6F8294E29C7E}"/>
                  </a:ext>
                </a:extLst>
              </p:cNvPr>
              <p:cNvSpPr txBox="1"/>
              <p:nvPr/>
            </p:nvSpPr>
            <p:spPr>
              <a:xfrm>
                <a:off x="8225387" y="3897186"/>
                <a:ext cx="771243" cy="693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3600" dirty="0"/>
                            <m:t>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3600" i="1" dirty="0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B3A7D-C172-557E-551F-6F8294E29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387" y="3897186"/>
                <a:ext cx="771243" cy="693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DBE6CE4-164C-C723-0E68-D1B9784C585A}"/>
                  </a:ext>
                </a:extLst>
              </p:cNvPr>
              <p:cNvSpPr/>
              <p:nvPr/>
            </p:nvSpPr>
            <p:spPr>
              <a:xfrm>
                <a:off x="5333980" y="3131675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DBE6CE4-164C-C723-0E68-D1B9784C5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980" y="3131675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D4902E4-CDAA-CE7D-889F-5A70207E790E}"/>
              </a:ext>
            </a:extLst>
          </p:cNvPr>
          <p:cNvSpPr/>
          <p:nvPr/>
        </p:nvSpPr>
        <p:spPr>
          <a:xfrm>
            <a:off x="4724404" y="3131677"/>
            <a:ext cx="1644977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3F45DB93-7DF0-64BD-F61E-5950DDC23BDC}"/>
              </a:ext>
            </a:extLst>
          </p:cNvPr>
          <p:cNvSpPr/>
          <p:nvPr/>
        </p:nvSpPr>
        <p:spPr>
          <a:xfrm>
            <a:off x="8947151" y="3622676"/>
            <a:ext cx="2527300" cy="1854200"/>
          </a:xfrm>
          <a:custGeom>
            <a:avLst/>
            <a:gdLst>
              <a:gd name="csX0" fmla="*/ 381000 w 2527300"/>
              <a:gd name="csY0" fmla="*/ 0 h 1854200"/>
              <a:gd name="csX1" fmla="*/ 260350 w 2527300"/>
              <a:gd name="csY1" fmla="*/ 800100 h 1854200"/>
              <a:gd name="csX2" fmla="*/ 31750 w 2527300"/>
              <a:gd name="csY2" fmla="*/ 1466850 h 1854200"/>
              <a:gd name="csX3" fmla="*/ 0 w 2527300"/>
              <a:gd name="csY3" fmla="*/ 1593850 h 1854200"/>
              <a:gd name="csX4" fmla="*/ 292100 w 2527300"/>
              <a:gd name="csY4" fmla="*/ 1841500 h 1854200"/>
              <a:gd name="csX5" fmla="*/ 2089150 w 2527300"/>
              <a:gd name="csY5" fmla="*/ 1854200 h 1854200"/>
              <a:gd name="csX6" fmla="*/ 2527300 w 2527300"/>
              <a:gd name="csY6" fmla="*/ 787400 h 1854200"/>
              <a:gd name="csX7" fmla="*/ 2527300 w 2527300"/>
              <a:gd name="csY7" fmla="*/ 0 h 185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27300" h="1854200">
                <a:moveTo>
                  <a:pt x="381000" y="0"/>
                </a:moveTo>
                <a:lnTo>
                  <a:pt x="260350" y="800100"/>
                </a:lnTo>
                <a:lnTo>
                  <a:pt x="31750" y="1466850"/>
                </a:lnTo>
                <a:lnTo>
                  <a:pt x="0" y="1593850"/>
                </a:lnTo>
                <a:lnTo>
                  <a:pt x="292100" y="1841500"/>
                </a:lnTo>
                <a:lnTo>
                  <a:pt x="2089150" y="1854200"/>
                </a:lnTo>
                <a:lnTo>
                  <a:pt x="2527300" y="787400"/>
                </a:lnTo>
                <a:lnTo>
                  <a:pt x="2527300" y="0"/>
                </a:ln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-form: Shape 21">
            <a:extLst>
              <a:ext uri="{FF2B5EF4-FFF2-40B4-BE49-F238E27FC236}">
                <a16:creationId xmlns:a16="http://schemas.microsoft.com/office/drawing/2014/main" id="{82C92472-480D-92D9-42CF-D3FE2776F544}"/>
              </a:ext>
            </a:extLst>
          </p:cNvPr>
          <p:cNvSpPr/>
          <p:nvPr/>
        </p:nvSpPr>
        <p:spPr>
          <a:xfrm>
            <a:off x="7391401" y="1709738"/>
            <a:ext cx="1990725" cy="1862138"/>
          </a:xfrm>
          <a:custGeom>
            <a:avLst/>
            <a:gdLst>
              <a:gd name="csX0" fmla="*/ 1990725 w 1990725"/>
              <a:gd name="csY0" fmla="*/ 1862137 h 1862137"/>
              <a:gd name="csX1" fmla="*/ 1943100 w 1990725"/>
              <a:gd name="csY1" fmla="*/ 1252537 h 1862137"/>
              <a:gd name="csX2" fmla="*/ 1757363 w 1990725"/>
              <a:gd name="csY2" fmla="*/ 690562 h 1862137"/>
              <a:gd name="csX3" fmla="*/ 1524000 w 1990725"/>
              <a:gd name="csY3" fmla="*/ 276225 h 1862137"/>
              <a:gd name="csX4" fmla="*/ 1371600 w 1990725"/>
              <a:gd name="csY4" fmla="*/ 0 h 1862137"/>
              <a:gd name="csX5" fmla="*/ 0 w 1990725"/>
              <a:gd name="csY5" fmla="*/ 785812 h 1862137"/>
              <a:gd name="csX6" fmla="*/ 185738 w 1990725"/>
              <a:gd name="csY6" fmla="*/ 1852612 h 1862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90725" h="1862137">
                <a:moveTo>
                  <a:pt x="1990725" y="1862137"/>
                </a:moveTo>
                <a:lnTo>
                  <a:pt x="1943100" y="1252537"/>
                </a:lnTo>
                <a:lnTo>
                  <a:pt x="1757363" y="690562"/>
                </a:lnTo>
                <a:lnTo>
                  <a:pt x="1524000" y="276225"/>
                </a:lnTo>
                <a:lnTo>
                  <a:pt x="1371600" y="0"/>
                </a:lnTo>
                <a:lnTo>
                  <a:pt x="0" y="785812"/>
                </a:lnTo>
                <a:lnTo>
                  <a:pt x="185738" y="1852612"/>
                </a:ln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AFE34A-FEF4-0C57-3118-D18C25A4A8C1}"/>
              </a:ext>
            </a:extLst>
          </p:cNvPr>
          <p:cNvCxnSpPr>
            <a:cxnSpLocks/>
          </p:cNvCxnSpPr>
          <p:nvPr/>
        </p:nvCxnSpPr>
        <p:spPr>
          <a:xfrm>
            <a:off x="7334147" y="4067639"/>
            <a:ext cx="3450827" cy="273910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69172B-8A1A-6C4B-E847-BB573B9138BA}"/>
              </a:ext>
            </a:extLst>
          </p:cNvPr>
          <p:cNvCxnSpPr>
            <a:cxnSpLocks/>
          </p:cNvCxnSpPr>
          <p:nvPr/>
        </p:nvCxnSpPr>
        <p:spPr>
          <a:xfrm flipV="1">
            <a:off x="7192857" y="1005125"/>
            <a:ext cx="2790584" cy="2263619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D0AE460-96A2-C712-9F5B-BB67210E8E1C}"/>
              </a:ext>
            </a:extLst>
          </p:cNvPr>
          <p:cNvSpPr/>
          <p:nvPr/>
        </p:nvSpPr>
        <p:spPr>
          <a:xfrm>
            <a:off x="4644503" y="3084281"/>
            <a:ext cx="1724878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3558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45C2B-CEBB-D755-AF47-1CAB3FB6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9E81B7-AB35-8FF4-E3D1-992ABCB013B2}"/>
              </a:ext>
            </a:extLst>
          </p:cNvPr>
          <p:cNvSpPr/>
          <p:nvPr/>
        </p:nvSpPr>
        <p:spPr>
          <a:xfrm>
            <a:off x="6369383" y="3131677"/>
            <a:ext cx="7089442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41FAE4-0FE8-45A6-06B8-50DBFAB19C01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334152" y="3599656"/>
            <a:ext cx="690164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B1263D2-9D17-787F-D157-1A59488AE5F9}"/>
              </a:ext>
            </a:extLst>
          </p:cNvPr>
          <p:cNvSpPr/>
          <p:nvPr/>
        </p:nvSpPr>
        <p:spPr>
          <a:xfrm>
            <a:off x="6369383" y="3131675"/>
            <a:ext cx="964760" cy="935964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 sz="283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344D048-50E7-FAB6-64FB-8D8AE24A8EA1}"/>
                  </a:ext>
                </a:extLst>
              </p:cNvPr>
              <p:cNvSpPr/>
              <p:nvPr/>
            </p:nvSpPr>
            <p:spPr>
              <a:xfrm>
                <a:off x="16689041" y="-3199583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344D048-50E7-FAB6-64FB-8D8AE24A8E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9041" y="-3199583"/>
                <a:ext cx="964760" cy="935964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60F5CE-C460-6A92-5F4F-09296CC2AD63}"/>
              </a:ext>
            </a:extLst>
          </p:cNvPr>
          <p:cNvCxnSpPr>
            <a:cxnSpLocks/>
          </p:cNvCxnSpPr>
          <p:nvPr/>
        </p:nvCxnSpPr>
        <p:spPr>
          <a:xfrm>
            <a:off x="11924515" y="8999539"/>
            <a:ext cx="3592113" cy="28761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24C0FD-8BD1-07F5-CD13-C8788432ED81}"/>
              </a:ext>
            </a:extLst>
          </p:cNvPr>
          <p:cNvCxnSpPr>
            <a:cxnSpLocks/>
          </p:cNvCxnSpPr>
          <p:nvPr/>
        </p:nvCxnSpPr>
        <p:spPr>
          <a:xfrm flipV="1">
            <a:off x="14235793" y="-2263619"/>
            <a:ext cx="2453249" cy="2054069"/>
          </a:xfrm>
          <a:prstGeom prst="straightConnector1">
            <a:avLst/>
          </a:prstGeom>
          <a:ln w="762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Arc 1">
            <a:extLst>
              <a:ext uri="{FF2B5EF4-FFF2-40B4-BE49-F238E27FC236}">
                <a16:creationId xmlns:a16="http://schemas.microsoft.com/office/drawing/2014/main" id="{73E50DDE-57AA-FC7C-A2AB-E3FC3EC16AF8}"/>
              </a:ext>
            </a:extLst>
          </p:cNvPr>
          <p:cNvSpPr/>
          <p:nvPr/>
        </p:nvSpPr>
        <p:spPr>
          <a:xfrm rot="2461599">
            <a:off x="4192530" y="816260"/>
            <a:ext cx="5318466" cy="5566797"/>
          </a:xfrm>
          <a:prstGeom prst="arc">
            <a:avLst>
              <a:gd name="adj1" fmla="val 19197771"/>
              <a:gd name="adj2" fmla="val 0"/>
            </a:avLst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2D8BE02-6163-44F2-02EC-A8795FD7D56E}"/>
              </a:ext>
            </a:extLst>
          </p:cNvPr>
          <p:cNvSpPr/>
          <p:nvPr/>
        </p:nvSpPr>
        <p:spPr>
          <a:xfrm rot="19156989">
            <a:off x="4565608" y="1206757"/>
            <a:ext cx="4572315" cy="4785805"/>
          </a:xfrm>
          <a:prstGeom prst="arc">
            <a:avLst>
              <a:gd name="adj1" fmla="val 21593926"/>
              <a:gd name="adj2" fmla="val 2328598"/>
            </a:avLst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17E0C5-8B4B-4D3D-B8F0-90BE6B76C845}"/>
                  </a:ext>
                </a:extLst>
              </p:cNvPr>
              <p:cNvSpPr txBox="1"/>
              <p:nvPr/>
            </p:nvSpPr>
            <p:spPr>
              <a:xfrm>
                <a:off x="9419603" y="4080427"/>
                <a:ext cx="6800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3600" dirty="0"/>
                            <m:t>ϑ</m:t>
                          </m:r>
                        </m:e>
                        <m:sub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17E0C5-8B4B-4D3D-B8F0-90BE6B76C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603" y="4080427"/>
                <a:ext cx="68007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C82AA6-C87C-CA65-37F2-F616CF5EDAD4}"/>
                  </a:ext>
                </a:extLst>
              </p:cNvPr>
              <p:cNvSpPr txBox="1"/>
              <p:nvPr/>
            </p:nvSpPr>
            <p:spPr>
              <a:xfrm>
                <a:off x="8149186" y="2598719"/>
                <a:ext cx="771243" cy="693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3600" dirty="0"/>
                            <m:t>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3600" i="1" dirty="0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C82AA6-C87C-CA65-37F2-F616CF5ED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186" y="2598719"/>
                <a:ext cx="771243" cy="693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D671AF3-5E72-F6DB-634E-42B8EF791938}"/>
                  </a:ext>
                </a:extLst>
              </p:cNvPr>
              <p:cNvSpPr/>
              <p:nvPr/>
            </p:nvSpPr>
            <p:spPr>
              <a:xfrm>
                <a:off x="6381730" y="3131675"/>
                <a:ext cx="964760" cy="93596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36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836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GB" sz="2836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D671AF3-5E72-F6DB-634E-42B8EF7919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30" y="3131675"/>
                <a:ext cx="964760" cy="93596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E6869912-9E67-A5EA-DAF4-FAF7CAA35074}"/>
              </a:ext>
            </a:extLst>
          </p:cNvPr>
          <p:cNvSpPr/>
          <p:nvPr/>
        </p:nvSpPr>
        <p:spPr>
          <a:xfrm>
            <a:off x="7391401" y="1709738"/>
            <a:ext cx="1990725" cy="1862138"/>
          </a:xfrm>
          <a:custGeom>
            <a:avLst/>
            <a:gdLst>
              <a:gd name="csX0" fmla="*/ 1990725 w 1990725"/>
              <a:gd name="csY0" fmla="*/ 1862137 h 1862137"/>
              <a:gd name="csX1" fmla="*/ 1943100 w 1990725"/>
              <a:gd name="csY1" fmla="*/ 1252537 h 1862137"/>
              <a:gd name="csX2" fmla="*/ 1757363 w 1990725"/>
              <a:gd name="csY2" fmla="*/ 690562 h 1862137"/>
              <a:gd name="csX3" fmla="*/ 1524000 w 1990725"/>
              <a:gd name="csY3" fmla="*/ 276225 h 1862137"/>
              <a:gd name="csX4" fmla="*/ 1371600 w 1990725"/>
              <a:gd name="csY4" fmla="*/ 0 h 1862137"/>
              <a:gd name="csX5" fmla="*/ 0 w 1990725"/>
              <a:gd name="csY5" fmla="*/ 785812 h 1862137"/>
              <a:gd name="csX6" fmla="*/ 185738 w 1990725"/>
              <a:gd name="csY6" fmla="*/ 1852612 h 1862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990725" h="1862137">
                <a:moveTo>
                  <a:pt x="1990725" y="1862137"/>
                </a:moveTo>
                <a:lnTo>
                  <a:pt x="1943100" y="1252537"/>
                </a:lnTo>
                <a:lnTo>
                  <a:pt x="1757363" y="690562"/>
                </a:lnTo>
                <a:lnTo>
                  <a:pt x="1524000" y="276225"/>
                </a:lnTo>
                <a:lnTo>
                  <a:pt x="1371600" y="0"/>
                </a:lnTo>
                <a:lnTo>
                  <a:pt x="0" y="785812"/>
                </a:lnTo>
                <a:lnTo>
                  <a:pt x="185738" y="1852612"/>
                </a:ln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6AB81711-3100-14AE-8C93-6B6510FC8FBD}"/>
              </a:ext>
            </a:extLst>
          </p:cNvPr>
          <p:cNvSpPr/>
          <p:nvPr/>
        </p:nvSpPr>
        <p:spPr>
          <a:xfrm>
            <a:off x="8410578" y="3622677"/>
            <a:ext cx="3063874" cy="2282824"/>
          </a:xfrm>
          <a:custGeom>
            <a:avLst/>
            <a:gdLst>
              <a:gd name="csX0" fmla="*/ 381000 w 2527300"/>
              <a:gd name="csY0" fmla="*/ 0 h 1854200"/>
              <a:gd name="csX1" fmla="*/ 260350 w 2527300"/>
              <a:gd name="csY1" fmla="*/ 800100 h 1854200"/>
              <a:gd name="csX2" fmla="*/ 31750 w 2527300"/>
              <a:gd name="csY2" fmla="*/ 1466850 h 1854200"/>
              <a:gd name="csX3" fmla="*/ 0 w 2527300"/>
              <a:gd name="csY3" fmla="*/ 1593850 h 1854200"/>
              <a:gd name="csX4" fmla="*/ 292100 w 2527300"/>
              <a:gd name="csY4" fmla="*/ 1841500 h 1854200"/>
              <a:gd name="csX5" fmla="*/ 2089150 w 2527300"/>
              <a:gd name="csY5" fmla="*/ 1854200 h 1854200"/>
              <a:gd name="csX6" fmla="*/ 2527300 w 2527300"/>
              <a:gd name="csY6" fmla="*/ 787400 h 1854200"/>
              <a:gd name="csX7" fmla="*/ 2527300 w 2527300"/>
              <a:gd name="csY7" fmla="*/ 0 h 185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527300" h="1854200">
                <a:moveTo>
                  <a:pt x="381000" y="0"/>
                </a:moveTo>
                <a:lnTo>
                  <a:pt x="260350" y="800100"/>
                </a:lnTo>
                <a:lnTo>
                  <a:pt x="31750" y="1466850"/>
                </a:lnTo>
                <a:lnTo>
                  <a:pt x="0" y="1593850"/>
                </a:lnTo>
                <a:lnTo>
                  <a:pt x="292100" y="1841500"/>
                </a:lnTo>
                <a:lnTo>
                  <a:pt x="2089150" y="1854200"/>
                </a:lnTo>
                <a:lnTo>
                  <a:pt x="2527300" y="787400"/>
                </a:lnTo>
                <a:lnTo>
                  <a:pt x="2527300" y="0"/>
                </a:ln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656DFC-7A5E-3AF5-CA8C-5A6870CBDCDB}"/>
              </a:ext>
            </a:extLst>
          </p:cNvPr>
          <p:cNvSpPr/>
          <p:nvPr/>
        </p:nvSpPr>
        <p:spPr>
          <a:xfrm>
            <a:off x="4724404" y="3131677"/>
            <a:ext cx="1644977" cy="1030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93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</TotalTime>
  <Words>344</Words>
  <Application>Microsoft Office PowerPoint</Application>
  <PresentationFormat>Custom</PresentationFormat>
  <Paragraphs>316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BUNYAN, Jack (NHS HUMBER HEALTH PARTNERSHIP - RWA)</dc:creator>
  <cp:lastModifiedBy>BUNYAN, Jack (NHS HUMBER HEALTH PARTNERSHIP - RWA)</cp:lastModifiedBy>
  <cp:revision>1</cp:revision>
  <dcterms:created xsi:type="dcterms:W3CDTF">2026-07-07T08:26:10Z</dcterms:created>
  <dcterms:modified xsi:type="dcterms:W3CDTF">2026-07-17T08:43:11Z</dcterms:modified>
</cp:coreProperties>
</file>