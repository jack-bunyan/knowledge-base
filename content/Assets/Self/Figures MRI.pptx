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CF8F-7BE9-7192-A328-4262751D2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EC375-E29A-293E-B766-92061BD1F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312F-B28B-01CD-C865-5335DAB6E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AAF7F-3DAB-3AAB-90DD-D4432E00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EAC91-D11B-62A8-C206-348A99D7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37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2C568-5706-21E2-B8F6-AA81C591E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4B9E-36BC-F90F-20C4-1A45DA4AA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13F31-C744-ECA8-8FD3-5D087132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CF3F7-9F05-A904-528E-C60DC396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0922B-4E6E-631E-EF59-13073CAA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401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C30E1-52DA-4773-65A7-1D0C9674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8C6D8-8491-0DA6-E72F-6DC1243F0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FA7C9-891B-9F41-8496-C40197D94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7E27E-F179-77FA-6A39-B66648EB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174DB-6C8A-0D35-85AF-D97C34896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03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1E6A-75CE-E580-5426-C16E18F4F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FF81-B4CC-6378-5085-CF75792E2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D49BD-0A7A-0B41-E614-E0975D8E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A26E6-7D86-4D2F-3456-B2A4672A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849B-E2E6-5BBE-77FE-CBB2FE87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CE3DA-7407-E825-4194-43711D02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72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7E024-3A57-ECC4-743B-B7330165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C5F50-634B-1ADD-36E0-846E3E6FE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6B4FD-1501-EC32-FA0B-F6FEBA32A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71F72-46F6-DDEC-A175-FBB4619C9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C33EA6-5922-3790-39E0-FE7BE6B44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0E820-A2C6-CF1A-080B-D05D8B9D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688B49-842E-D018-355D-5E4C722C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9F117-B71B-9F5D-4968-031B6BFF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35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BAB0-F3DD-56A9-E65B-61C53DA3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402B2-E005-8A27-AA6F-ACBA030D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29B30-38E9-337F-0723-7C43DE44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52CF6-042C-4D7F-ACE1-EDBF082D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241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366A91-A1A8-72B3-76C0-FD888067E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67E9F-C691-2E94-B1F4-47D32319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31479-B1FD-5A40-528D-3928E172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92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CE9B-5F08-AF82-8CB8-B9CF65CFE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D1320-6104-DBB4-5B84-8DFDC296B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67C2D-B20A-6194-C3BA-5E94E80B9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11024-12CD-600F-B3C6-99448CE5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0FA3D-C70A-9102-8F64-D108C4E67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CB1DB-768B-764A-9589-830D75B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31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01CA-DA4B-3B7B-1A80-578FEAF69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46D7BD-E2BE-4B90-8BB7-615665D07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9F6F6-977F-E2DA-0D28-8483DFB6B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C644E-4B8B-24C5-4412-92DB91E8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8C486-09FB-B991-5538-F7B6812F6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5642A-54B2-4CE8-FFB4-57276CC9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984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50ED-3C1A-CCD7-A9F5-C31453AF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1A7D0-92C9-BA43-01EB-E0ACD93E2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C6C4E-B5F0-3AD3-9D4A-0504D3B0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28075-CDA0-A9F7-6051-F4CB19D32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F851F-8F9F-13AC-012C-CAAB076F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16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CA9337-704C-0395-1358-F691DB593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CF424-F167-E992-AE6E-1F2CFA2DF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81D21-DED0-932E-0840-20FBCD7C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8483-D4DF-2E27-FBC6-320FF817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35F9D-2021-046C-D0C0-FB56E1BC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173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24CF5-0F4B-4E70-C4D1-598DC8690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CD433-6D9D-E141-ACBB-E55C03A9C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3FA88-2F9B-6BA1-3C49-36CE68028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05940-DCC6-4F91-93C8-3EF6AD670A8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3981F-5940-E60C-29B0-873AB651A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A9E5A-B3E7-C854-487B-49074A9A9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D8B218-9F17-41A4-A534-9AFF2F8DB7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81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8D99-9885-98D4-0F1E-A7266FD9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C84A63-78CB-3AAD-A53D-8BA715B873F8}"/>
              </a:ext>
            </a:extLst>
          </p:cNvPr>
          <p:cNvSpPr/>
          <p:nvPr/>
        </p:nvSpPr>
        <p:spPr>
          <a:xfrm>
            <a:off x="1135380" y="1472184"/>
            <a:ext cx="9590532" cy="1956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B9A6BEA-429F-457E-A6C4-692F51F86BAA}"/>
              </a:ext>
            </a:extLst>
          </p:cNvPr>
          <p:cNvCxnSpPr>
            <a:cxnSpLocks/>
          </p:cNvCxnSpPr>
          <p:nvPr/>
        </p:nvCxnSpPr>
        <p:spPr>
          <a:xfrm>
            <a:off x="1135380" y="5943600"/>
            <a:ext cx="9590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B32A35E-8A42-5A35-62FF-D3787B24D8BA}"/>
              </a:ext>
            </a:extLst>
          </p:cNvPr>
          <p:cNvGrpSpPr/>
          <p:nvPr/>
        </p:nvGrpSpPr>
        <p:grpSpPr>
          <a:xfrm>
            <a:off x="1939294" y="2007626"/>
            <a:ext cx="521208" cy="904221"/>
            <a:chOff x="1719072" y="1089171"/>
            <a:chExt cx="521208" cy="904221"/>
          </a:xfrm>
        </p:grpSpPr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20D39B42-5E04-526F-5EF2-E130D4CB4484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D873FAB-453D-F507-F96A-7D491328EFDE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E6982DB-05DA-E49E-BB2E-DE44EF895E51}"/>
              </a:ext>
            </a:extLst>
          </p:cNvPr>
          <p:cNvGrpSpPr/>
          <p:nvPr/>
        </p:nvGrpSpPr>
        <p:grpSpPr>
          <a:xfrm>
            <a:off x="3137157" y="2007626"/>
            <a:ext cx="521208" cy="904221"/>
            <a:chOff x="1719072" y="1089171"/>
            <a:chExt cx="521208" cy="904221"/>
          </a:xfrm>
        </p:grpSpPr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E11C5355-B5D9-143D-2BB3-E7D61B918B5A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1A2294A-5FF6-9F18-3E4D-75773ADC5770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8DEE9F1-B6EF-9E9C-A4E2-3542C3350278}"/>
              </a:ext>
            </a:extLst>
          </p:cNvPr>
          <p:cNvGrpSpPr/>
          <p:nvPr/>
        </p:nvGrpSpPr>
        <p:grpSpPr>
          <a:xfrm>
            <a:off x="4426459" y="2007626"/>
            <a:ext cx="521208" cy="904221"/>
            <a:chOff x="1719072" y="1089171"/>
            <a:chExt cx="521208" cy="904221"/>
          </a:xfrm>
        </p:grpSpPr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8E449098-EE1A-D3D6-6598-A2FB41AC6008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1879F6F-7AB1-5F27-F494-0B8F81956F64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B07A25C-672F-24B5-B21C-01C8726F0890}"/>
              </a:ext>
            </a:extLst>
          </p:cNvPr>
          <p:cNvGrpSpPr/>
          <p:nvPr/>
        </p:nvGrpSpPr>
        <p:grpSpPr>
          <a:xfrm>
            <a:off x="5624322" y="2007626"/>
            <a:ext cx="521208" cy="904221"/>
            <a:chOff x="1719072" y="1089171"/>
            <a:chExt cx="521208" cy="904221"/>
          </a:xfrm>
        </p:grpSpPr>
        <p:sp>
          <p:nvSpPr>
            <p:cNvPr id="49" name="Arrow: Down 48">
              <a:extLst>
                <a:ext uri="{FF2B5EF4-FFF2-40B4-BE49-F238E27FC236}">
                  <a16:creationId xmlns:a16="http://schemas.microsoft.com/office/drawing/2014/main" id="{523F315D-4889-16C1-0F16-E91DEB93BDF8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84BFAC8-0E30-8605-ECB8-E3250639A3C8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1B49266-DC21-1ECC-5D50-6D6E9487CC43}"/>
              </a:ext>
            </a:extLst>
          </p:cNvPr>
          <p:cNvGrpSpPr/>
          <p:nvPr/>
        </p:nvGrpSpPr>
        <p:grpSpPr>
          <a:xfrm>
            <a:off x="6959344" y="2007626"/>
            <a:ext cx="521208" cy="904221"/>
            <a:chOff x="1719072" y="1089171"/>
            <a:chExt cx="521208" cy="904221"/>
          </a:xfrm>
        </p:grpSpPr>
        <p:sp>
          <p:nvSpPr>
            <p:cNvPr id="52" name="Arrow: Down 51">
              <a:extLst>
                <a:ext uri="{FF2B5EF4-FFF2-40B4-BE49-F238E27FC236}">
                  <a16:creationId xmlns:a16="http://schemas.microsoft.com/office/drawing/2014/main" id="{F65DE94B-1FCA-99A9-B246-C988B475FC35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265DA4F-85B1-3168-1EB2-0D15B4821E04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AC53AF4-7DE8-0085-C5EF-B0062BF20478}"/>
              </a:ext>
            </a:extLst>
          </p:cNvPr>
          <p:cNvGrpSpPr/>
          <p:nvPr/>
        </p:nvGrpSpPr>
        <p:grpSpPr>
          <a:xfrm>
            <a:off x="8157207" y="2007626"/>
            <a:ext cx="521208" cy="904221"/>
            <a:chOff x="1719072" y="1089171"/>
            <a:chExt cx="521208" cy="904221"/>
          </a:xfrm>
        </p:grpSpPr>
        <p:sp>
          <p:nvSpPr>
            <p:cNvPr id="55" name="Arrow: Down 54">
              <a:extLst>
                <a:ext uri="{FF2B5EF4-FFF2-40B4-BE49-F238E27FC236}">
                  <a16:creationId xmlns:a16="http://schemas.microsoft.com/office/drawing/2014/main" id="{BB196EAC-1C32-ED27-4216-7E78CBDEF531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EA3AA71-969D-62F7-270E-6C7E79DEE850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413A1F8-2786-F13D-8E89-26AE6D6AE3BC}"/>
              </a:ext>
            </a:extLst>
          </p:cNvPr>
          <p:cNvGrpSpPr/>
          <p:nvPr/>
        </p:nvGrpSpPr>
        <p:grpSpPr>
          <a:xfrm>
            <a:off x="9400790" y="1989337"/>
            <a:ext cx="521208" cy="904221"/>
            <a:chOff x="1719072" y="1089171"/>
            <a:chExt cx="521208" cy="904221"/>
          </a:xfrm>
        </p:grpSpPr>
        <p:sp>
          <p:nvSpPr>
            <p:cNvPr id="58" name="Arrow: Down 57">
              <a:extLst>
                <a:ext uri="{FF2B5EF4-FFF2-40B4-BE49-F238E27FC236}">
                  <a16:creationId xmlns:a16="http://schemas.microsoft.com/office/drawing/2014/main" id="{7F415713-0EE7-AFA9-4A22-EA431D46247B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5DB6A26-37FA-CAAC-49CA-49DF62A90AA9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C777753-7BF0-C272-9578-E6BCC9ABB620}"/>
              </a:ext>
            </a:extLst>
          </p:cNvPr>
          <p:cNvCxnSpPr>
            <a:cxnSpLocks/>
          </p:cNvCxnSpPr>
          <p:nvPr/>
        </p:nvCxnSpPr>
        <p:spPr>
          <a:xfrm flipV="1">
            <a:off x="1135380" y="3676650"/>
            <a:ext cx="0" cy="1671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DFE61CF-367F-7A83-CA90-A6ED616E7337}"/>
              </a:ext>
            </a:extLst>
          </p:cNvPr>
          <p:cNvCxnSpPr>
            <a:cxnSpLocks/>
          </p:cNvCxnSpPr>
          <p:nvPr/>
        </p:nvCxnSpPr>
        <p:spPr>
          <a:xfrm flipV="1">
            <a:off x="1023938" y="5314950"/>
            <a:ext cx="190500" cy="70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0F4472E-6CB7-99AE-5DBA-9402AC6C08F0}"/>
              </a:ext>
            </a:extLst>
          </p:cNvPr>
          <p:cNvCxnSpPr>
            <a:cxnSpLocks/>
          </p:cNvCxnSpPr>
          <p:nvPr/>
        </p:nvCxnSpPr>
        <p:spPr>
          <a:xfrm flipV="1">
            <a:off x="1023938" y="5419725"/>
            <a:ext cx="190500" cy="70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A28FA32-1638-FF3E-C00A-F33CFBCA6AD9}"/>
              </a:ext>
            </a:extLst>
          </p:cNvPr>
          <p:cNvCxnSpPr>
            <a:cxnSpLocks/>
          </p:cNvCxnSpPr>
          <p:nvPr/>
        </p:nvCxnSpPr>
        <p:spPr>
          <a:xfrm>
            <a:off x="1135380" y="5455158"/>
            <a:ext cx="0" cy="488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9D124DE-3B9D-3C16-E972-8696996ECB28}"/>
              </a:ext>
            </a:extLst>
          </p:cNvPr>
          <p:cNvCxnSpPr>
            <a:cxnSpLocks/>
          </p:cNvCxnSpPr>
          <p:nvPr/>
        </p:nvCxnSpPr>
        <p:spPr>
          <a:xfrm>
            <a:off x="1135380" y="4590288"/>
            <a:ext cx="9590532" cy="0"/>
          </a:xfrm>
          <a:prstGeom prst="line">
            <a:avLst/>
          </a:pr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42F189D-9F92-649B-63B4-23AF24A97D29}"/>
                  </a:ext>
                </a:extLst>
              </p:cNvPr>
              <p:cNvSpPr txBox="1"/>
              <p:nvPr/>
            </p:nvSpPr>
            <p:spPr>
              <a:xfrm rot="16200000">
                <a:off x="-448239" y="4405622"/>
                <a:ext cx="25079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Magnetic Field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42F189D-9F92-649B-63B4-23AF24A97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48239" y="4405622"/>
                <a:ext cx="2507968" cy="369332"/>
              </a:xfrm>
              <a:prstGeom prst="rect">
                <a:avLst/>
              </a:prstGeom>
              <a:blipFill>
                <a:blip r:embed="rId2"/>
                <a:stretch>
                  <a:fillRect l="-8333" r="-28333" b="-19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Lightning Bolt 1">
            <a:extLst>
              <a:ext uri="{FF2B5EF4-FFF2-40B4-BE49-F238E27FC236}">
                <a16:creationId xmlns:a16="http://schemas.microsoft.com/office/drawing/2014/main" id="{9665404F-FC1D-2C07-A14C-2CA248103EA4}"/>
              </a:ext>
            </a:extLst>
          </p:cNvPr>
          <p:cNvSpPr/>
          <p:nvPr/>
        </p:nvSpPr>
        <p:spPr>
          <a:xfrm>
            <a:off x="2320860" y="-18805"/>
            <a:ext cx="3430716" cy="1490989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79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6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6919-E9D5-AD07-0983-3575CB86A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851226A-143E-52FD-07CF-3890E427E650}"/>
              </a:ext>
            </a:extLst>
          </p:cNvPr>
          <p:cNvSpPr/>
          <p:nvPr/>
        </p:nvSpPr>
        <p:spPr>
          <a:xfrm>
            <a:off x="1135380" y="1472184"/>
            <a:ext cx="9590532" cy="1956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6292DF-CA0A-1695-AA11-0EC2CD4E88B5}"/>
              </a:ext>
            </a:extLst>
          </p:cNvPr>
          <p:cNvCxnSpPr>
            <a:cxnSpLocks/>
          </p:cNvCxnSpPr>
          <p:nvPr/>
        </p:nvCxnSpPr>
        <p:spPr>
          <a:xfrm>
            <a:off x="1135380" y="5943600"/>
            <a:ext cx="9590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C15AA33B-E459-EFB4-0C4D-38D423DF9572}"/>
              </a:ext>
            </a:extLst>
          </p:cNvPr>
          <p:cNvGrpSpPr/>
          <p:nvPr/>
        </p:nvGrpSpPr>
        <p:grpSpPr>
          <a:xfrm>
            <a:off x="1939294" y="2007626"/>
            <a:ext cx="521208" cy="904221"/>
            <a:chOff x="1719072" y="1089171"/>
            <a:chExt cx="521208" cy="904221"/>
          </a:xfrm>
        </p:grpSpPr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1764AA67-AEA6-8699-6DED-A46C905B192B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B3E5F6B-CAEB-4081-DE71-491D6E620319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AB15C42-5D9C-D021-D6BE-54B13434C9C2}"/>
              </a:ext>
            </a:extLst>
          </p:cNvPr>
          <p:cNvGrpSpPr/>
          <p:nvPr/>
        </p:nvGrpSpPr>
        <p:grpSpPr>
          <a:xfrm>
            <a:off x="3137157" y="2007626"/>
            <a:ext cx="521208" cy="904221"/>
            <a:chOff x="1719072" y="1089171"/>
            <a:chExt cx="521208" cy="904221"/>
          </a:xfrm>
        </p:grpSpPr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E3178368-9DC5-99F3-B653-2BD7088AE8B9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011A56-9831-DD48-52EA-F967FEA4EEE1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33605B3-06C3-52CF-BF8A-0A38C76624E7}"/>
              </a:ext>
            </a:extLst>
          </p:cNvPr>
          <p:cNvGrpSpPr/>
          <p:nvPr/>
        </p:nvGrpSpPr>
        <p:grpSpPr>
          <a:xfrm>
            <a:off x="4426459" y="2007626"/>
            <a:ext cx="521208" cy="904221"/>
            <a:chOff x="1719072" y="1089171"/>
            <a:chExt cx="521208" cy="904221"/>
          </a:xfrm>
        </p:grpSpPr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B2231A89-295C-D7A4-C82A-FA161360B084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75438D4-2C4F-58B1-4348-D08BF9D188E7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E564BF4-8B3A-5177-0D2E-ABEFE85946F6}"/>
              </a:ext>
            </a:extLst>
          </p:cNvPr>
          <p:cNvGrpSpPr/>
          <p:nvPr/>
        </p:nvGrpSpPr>
        <p:grpSpPr>
          <a:xfrm>
            <a:off x="5624322" y="2007626"/>
            <a:ext cx="521208" cy="904221"/>
            <a:chOff x="1719072" y="1089171"/>
            <a:chExt cx="521208" cy="904221"/>
          </a:xfrm>
        </p:grpSpPr>
        <p:sp>
          <p:nvSpPr>
            <p:cNvPr id="49" name="Arrow: Down 48">
              <a:extLst>
                <a:ext uri="{FF2B5EF4-FFF2-40B4-BE49-F238E27FC236}">
                  <a16:creationId xmlns:a16="http://schemas.microsoft.com/office/drawing/2014/main" id="{010459B1-9454-A854-78FB-AA86E6B99DB3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1DF1841-6761-1329-D4BC-B405BA50FAC1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33D5FD9-AA88-C07E-701C-79F7ABE3AC0F}"/>
              </a:ext>
            </a:extLst>
          </p:cNvPr>
          <p:cNvGrpSpPr/>
          <p:nvPr/>
        </p:nvGrpSpPr>
        <p:grpSpPr>
          <a:xfrm>
            <a:off x="6959344" y="2007626"/>
            <a:ext cx="521208" cy="904221"/>
            <a:chOff x="1719072" y="1089171"/>
            <a:chExt cx="521208" cy="904221"/>
          </a:xfrm>
        </p:grpSpPr>
        <p:sp>
          <p:nvSpPr>
            <p:cNvPr id="52" name="Arrow: Down 51">
              <a:extLst>
                <a:ext uri="{FF2B5EF4-FFF2-40B4-BE49-F238E27FC236}">
                  <a16:creationId xmlns:a16="http://schemas.microsoft.com/office/drawing/2014/main" id="{8D48C669-2A9C-DB5E-CF45-A501CA884A35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8BA0851-514B-DE32-5778-E46C32D623B7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839BBE7-ECA6-543C-8F92-377DCE815FE3}"/>
              </a:ext>
            </a:extLst>
          </p:cNvPr>
          <p:cNvGrpSpPr/>
          <p:nvPr/>
        </p:nvGrpSpPr>
        <p:grpSpPr>
          <a:xfrm>
            <a:off x="8157207" y="2007626"/>
            <a:ext cx="521208" cy="904221"/>
            <a:chOff x="1719072" y="1089171"/>
            <a:chExt cx="521208" cy="904221"/>
          </a:xfrm>
        </p:grpSpPr>
        <p:sp>
          <p:nvSpPr>
            <p:cNvPr id="55" name="Arrow: Down 54">
              <a:extLst>
                <a:ext uri="{FF2B5EF4-FFF2-40B4-BE49-F238E27FC236}">
                  <a16:creationId xmlns:a16="http://schemas.microsoft.com/office/drawing/2014/main" id="{15033350-7682-0B4D-16A1-3C4AEAF1CBA2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1CE496C-71E9-F7AF-B0D0-82663FEA1B6D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F21568C-94A3-9D8F-E558-98AB63290F22}"/>
              </a:ext>
            </a:extLst>
          </p:cNvPr>
          <p:cNvGrpSpPr/>
          <p:nvPr/>
        </p:nvGrpSpPr>
        <p:grpSpPr>
          <a:xfrm>
            <a:off x="9400790" y="1989337"/>
            <a:ext cx="521208" cy="904221"/>
            <a:chOff x="1719072" y="1089171"/>
            <a:chExt cx="521208" cy="904221"/>
          </a:xfrm>
        </p:grpSpPr>
        <p:sp>
          <p:nvSpPr>
            <p:cNvPr id="58" name="Arrow: Down 57">
              <a:extLst>
                <a:ext uri="{FF2B5EF4-FFF2-40B4-BE49-F238E27FC236}">
                  <a16:creationId xmlns:a16="http://schemas.microsoft.com/office/drawing/2014/main" id="{F598F5FC-3726-1A5A-FE21-7A7376FED992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F507DFA-6892-E405-FC99-1E239ABBA062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BF39B58-E270-8B22-1304-94F35CAC0138}"/>
              </a:ext>
            </a:extLst>
          </p:cNvPr>
          <p:cNvCxnSpPr>
            <a:cxnSpLocks/>
          </p:cNvCxnSpPr>
          <p:nvPr/>
        </p:nvCxnSpPr>
        <p:spPr>
          <a:xfrm flipV="1">
            <a:off x="1135380" y="3676650"/>
            <a:ext cx="0" cy="1671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3B1262-5610-708E-968F-16504B188B0D}"/>
              </a:ext>
            </a:extLst>
          </p:cNvPr>
          <p:cNvCxnSpPr>
            <a:cxnSpLocks/>
          </p:cNvCxnSpPr>
          <p:nvPr/>
        </p:nvCxnSpPr>
        <p:spPr>
          <a:xfrm flipV="1">
            <a:off x="1023938" y="5314950"/>
            <a:ext cx="190500" cy="70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A69098C-B3D9-99F7-3138-6BEA034F50E5}"/>
              </a:ext>
            </a:extLst>
          </p:cNvPr>
          <p:cNvCxnSpPr>
            <a:cxnSpLocks/>
          </p:cNvCxnSpPr>
          <p:nvPr/>
        </p:nvCxnSpPr>
        <p:spPr>
          <a:xfrm flipV="1">
            <a:off x="1023938" y="5419725"/>
            <a:ext cx="190500" cy="70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FC8C6F1-1EB8-9D6A-AF42-A121801E1909}"/>
              </a:ext>
            </a:extLst>
          </p:cNvPr>
          <p:cNvCxnSpPr>
            <a:cxnSpLocks/>
          </p:cNvCxnSpPr>
          <p:nvPr/>
        </p:nvCxnSpPr>
        <p:spPr>
          <a:xfrm>
            <a:off x="1135380" y="5455158"/>
            <a:ext cx="0" cy="488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56B9B34-9042-0A61-C7E0-583A172E19A2}"/>
              </a:ext>
            </a:extLst>
          </p:cNvPr>
          <p:cNvCxnSpPr>
            <a:cxnSpLocks/>
          </p:cNvCxnSpPr>
          <p:nvPr/>
        </p:nvCxnSpPr>
        <p:spPr>
          <a:xfrm>
            <a:off x="1135380" y="4590288"/>
            <a:ext cx="9590532" cy="0"/>
          </a:xfrm>
          <a:prstGeom prst="line">
            <a:avLst/>
          </a:prstGeom>
          <a:ln w="38100">
            <a:prstDash val="dash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A0FEC99-067E-D29F-70DB-9BA0CEC1A852}"/>
                  </a:ext>
                </a:extLst>
              </p:cNvPr>
              <p:cNvSpPr txBox="1"/>
              <p:nvPr/>
            </p:nvSpPr>
            <p:spPr>
              <a:xfrm rot="16200000">
                <a:off x="-448239" y="4405622"/>
                <a:ext cx="25079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Magnetic Field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A0FEC99-067E-D29F-70DB-9BA0CEC1A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48239" y="4405622"/>
                <a:ext cx="2507968" cy="369332"/>
              </a:xfrm>
              <a:prstGeom prst="rect">
                <a:avLst/>
              </a:prstGeom>
              <a:blipFill>
                <a:blip r:embed="rId2"/>
                <a:stretch>
                  <a:fillRect l="-8333" r="-28333" b="-19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E3A479-239F-D8E4-8767-316827E5F651}"/>
              </a:ext>
            </a:extLst>
          </p:cNvPr>
          <p:cNvCxnSpPr>
            <a:cxnSpLocks/>
          </p:cNvCxnSpPr>
          <p:nvPr/>
        </p:nvCxnSpPr>
        <p:spPr>
          <a:xfrm flipV="1">
            <a:off x="1135380" y="4069080"/>
            <a:ext cx="9590532" cy="1002792"/>
          </a:xfrm>
          <a:prstGeom prst="line">
            <a:avLst/>
          </a:pr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53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88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0">
                                      <p:cBhvr>
                                        <p:cTn id="1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0400000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7600000">
                                      <p:cBhvr>
                                        <p:cTn id="1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1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66423AB-3DA9-0F6C-D94C-113D7513292D}"/>
              </a:ext>
            </a:extLst>
          </p:cNvPr>
          <p:cNvSpPr/>
          <p:nvPr/>
        </p:nvSpPr>
        <p:spPr>
          <a:xfrm>
            <a:off x="1135380" y="1472184"/>
            <a:ext cx="9590532" cy="1956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BFEDBD-EA3E-ED9E-32FA-0250EC4E8B0A}"/>
              </a:ext>
            </a:extLst>
          </p:cNvPr>
          <p:cNvCxnSpPr>
            <a:cxnSpLocks/>
          </p:cNvCxnSpPr>
          <p:nvPr/>
        </p:nvCxnSpPr>
        <p:spPr>
          <a:xfrm>
            <a:off x="1135380" y="5943600"/>
            <a:ext cx="9590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C64F9AF9-4CE3-6E1F-C8AF-0BF71228A34B}"/>
              </a:ext>
            </a:extLst>
          </p:cNvPr>
          <p:cNvGrpSpPr/>
          <p:nvPr/>
        </p:nvGrpSpPr>
        <p:grpSpPr>
          <a:xfrm>
            <a:off x="1939294" y="2007626"/>
            <a:ext cx="521208" cy="904221"/>
            <a:chOff x="1719072" y="1089171"/>
            <a:chExt cx="521208" cy="904221"/>
          </a:xfrm>
        </p:grpSpPr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0D354482-ED6B-98F0-D68C-FC8D466A35AD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3D75BD8-5395-773F-F6A6-D1C581EE8455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B515953-0F34-FCA1-067D-CDCBDEF121AC}"/>
              </a:ext>
            </a:extLst>
          </p:cNvPr>
          <p:cNvGrpSpPr/>
          <p:nvPr/>
        </p:nvGrpSpPr>
        <p:grpSpPr>
          <a:xfrm rot="7200000">
            <a:off x="3137157" y="2007626"/>
            <a:ext cx="521208" cy="904221"/>
            <a:chOff x="1719072" y="1089171"/>
            <a:chExt cx="521208" cy="904221"/>
          </a:xfrm>
        </p:grpSpPr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A68B558C-BEC1-6483-C1EE-EE47A2A550C7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50C9156-9098-6B51-1552-E0D4AA506DF8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570693B-BADA-8034-53FE-6C35291ADF50}"/>
              </a:ext>
            </a:extLst>
          </p:cNvPr>
          <p:cNvGrpSpPr/>
          <p:nvPr/>
        </p:nvGrpSpPr>
        <p:grpSpPr>
          <a:xfrm rot="14400000">
            <a:off x="4426459" y="2007626"/>
            <a:ext cx="521208" cy="904221"/>
            <a:chOff x="1719072" y="1089171"/>
            <a:chExt cx="521208" cy="904221"/>
          </a:xfrm>
        </p:grpSpPr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698EABA6-E44D-7656-95E1-C5FB8690C330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BA816D2-A4A2-F2EE-4A82-21D2C5D7BFC1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CB4BBF-E15D-35FA-69AD-D398ACBBF3EB}"/>
              </a:ext>
            </a:extLst>
          </p:cNvPr>
          <p:cNvGrpSpPr/>
          <p:nvPr/>
        </p:nvGrpSpPr>
        <p:grpSpPr>
          <a:xfrm>
            <a:off x="5624322" y="2007626"/>
            <a:ext cx="521208" cy="904221"/>
            <a:chOff x="1719072" y="1089171"/>
            <a:chExt cx="521208" cy="904221"/>
          </a:xfrm>
        </p:grpSpPr>
        <p:sp>
          <p:nvSpPr>
            <p:cNvPr id="49" name="Arrow: Down 48">
              <a:extLst>
                <a:ext uri="{FF2B5EF4-FFF2-40B4-BE49-F238E27FC236}">
                  <a16:creationId xmlns:a16="http://schemas.microsoft.com/office/drawing/2014/main" id="{9A574652-19E8-009D-3C7B-E1A91D11B849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EFEAA0E-1E6C-1888-1F9A-9ACF764A5F1A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148857E-45C3-A133-97EB-5D7C97342C7D}"/>
              </a:ext>
            </a:extLst>
          </p:cNvPr>
          <p:cNvGrpSpPr/>
          <p:nvPr/>
        </p:nvGrpSpPr>
        <p:grpSpPr>
          <a:xfrm rot="7200000">
            <a:off x="6959344" y="2007626"/>
            <a:ext cx="521208" cy="904221"/>
            <a:chOff x="1719072" y="1089171"/>
            <a:chExt cx="521208" cy="904221"/>
          </a:xfrm>
        </p:grpSpPr>
        <p:sp>
          <p:nvSpPr>
            <p:cNvPr id="52" name="Arrow: Down 51">
              <a:extLst>
                <a:ext uri="{FF2B5EF4-FFF2-40B4-BE49-F238E27FC236}">
                  <a16:creationId xmlns:a16="http://schemas.microsoft.com/office/drawing/2014/main" id="{CC7D876B-F586-8138-616E-DEFA0C644C9A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DCB900D-9C8A-7B77-18F1-5F987BEBE2CA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8A7CFA7-C8CC-6BBF-5B30-86488F2D840C}"/>
              </a:ext>
            </a:extLst>
          </p:cNvPr>
          <p:cNvGrpSpPr/>
          <p:nvPr/>
        </p:nvGrpSpPr>
        <p:grpSpPr>
          <a:xfrm rot="14400000">
            <a:off x="8157207" y="2007626"/>
            <a:ext cx="521208" cy="904221"/>
            <a:chOff x="1719072" y="1089171"/>
            <a:chExt cx="521208" cy="904221"/>
          </a:xfrm>
        </p:grpSpPr>
        <p:sp>
          <p:nvSpPr>
            <p:cNvPr id="55" name="Arrow: Down 54">
              <a:extLst>
                <a:ext uri="{FF2B5EF4-FFF2-40B4-BE49-F238E27FC236}">
                  <a16:creationId xmlns:a16="http://schemas.microsoft.com/office/drawing/2014/main" id="{E88794C2-E0B2-EDA1-A4AB-9B15DED534BF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AF6F05C-5499-368D-426C-BA1DBFDC0F66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AC148A4-22FC-2A24-7F75-A14548BF0210}"/>
              </a:ext>
            </a:extLst>
          </p:cNvPr>
          <p:cNvGrpSpPr/>
          <p:nvPr/>
        </p:nvGrpSpPr>
        <p:grpSpPr>
          <a:xfrm>
            <a:off x="9400790" y="1989337"/>
            <a:ext cx="521208" cy="904221"/>
            <a:chOff x="1719072" y="1089171"/>
            <a:chExt cx="521208" cy="904221"/>
          </a:xfrm>
        </p:grpSpPr>
        <p:sp>
          <p:nvSpPr>
            <p:cNvPr id="58" name="Arrow: Down 57">
              <a:extLst>
                <a:ext uri="{FF2B5EF4-FFF2-40B4-BE49-F238E27FC236}">
                  <a16:creationId xmlns:a16="http://schemas.microsoft.com/office/drawing/2014/main" id="{AC8BC968-FBE2-B674-E6A4-8F1344625D66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445E4C1-E4FE-3646-37B3-A023E1D0FFA4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CEB35F0-5169-9274-FF4E-33002645BF03}"/>
              </a:ext>
            </a:extLst>
          </p:cNvPr>
          <p:cNvCxnSpPr>
            <a:cxnSpLocks/>
          </p:cNvCxnSpPr>
          <p:nvPr/>
        </p:nvCxnSpPr>
        <p:spPr>
          <a:xfrm flipV="1">
            <a:off x="1135380" y="3676650"/>
            <a:ext cx="0" cy="1671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15534A8-480A-4195-4634-5CEDA0B15D4D}"/>
              </a:ext>
            </a:extLst>
          </p:cNvPr>
          <p:cNvCxnSpPr>
            <a:cxnSpLocks/>
          </p:cNvCxnSpPr>
          <p:nvPr/>
        </p:nvCxnSpPr>
        <p:spPr>
          <a:xfrm flipV="1">
            <a:off x="1023938" y="5314950"/>
            <a:ext cx="190500" cy="70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4670A37-8420-4DC3-F3EF-4988F3137082}"/>
              </a:ext>
            </a:extLst>
          </p:cNvPr>
          <p:cNvCxnSpPr>
            <a:cxnSpLocks/>
          </p:cNvCxnSpPr>
          <p:nvPr/>
        </p:nvCxnSpPr>
        <p:spPr>
          <a:xfrm flipV="1">
            <a:off x="1023938" y="5419725"/>
            <a:ext cx="190500" cy="70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31F9783-5D00-1760-D816-7092A238DB73}"/>
              </a:ext>
            </a:extLst>
          </p:cNvPr>
          <p:cNvCxnSpPr>
            <a:cxnSpLocks/>
          </p:cNvCxnSpPr>
          <p:nvPr/>
        </p:nvCxnSpPr>
        <p:spPr>
          <a:xfrm>
            <a:off x="1135380" y="5455158"/>
            <a:ext cx="0" cy="488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D254849-7983-44E0-EFEA-FFABD4524BA3}"/>
              </a:ext>
            </a:extLst>
          </p:cNvPr>
          <p:cNvCxnSpPr>
            <a:cxnSpLocks/>
          </p:cNvCxnSpPr>
          <p:nvPr/>
        </p:nvCxnSpPr>
        <p:spPr>
          <a:xfrm>
            <a:off x="1135380" y="4590288"/>
            <a:ext cx="9590532" cy="0"/>
          </a:xfrm>
          <a:prstGeom prst="line">
            <a:avLst/>
          </a:pr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8866AC7-1E62-3124-CE28-D734939AEC27}"/>
                  </a:ext>
                </a:extLst>
              </p:cNvPr>
              <p:cNvSpPr txBox="1"/>
              <p:nvPr/>
            </p:nvSpPr>
            <p:spPr>
              <a:xfrm rot="16200000">
                <a:off x="-448239" y="4405622"/>
                <a:ext cx="25079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Magnetic Field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8866AC7-1E62-3124-CE28-D734939AE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48239" y="4405622"/>
                <a:ext cx="2507968" cy="369332"/>
              </a:xfrm>
              <a:prstGeom prst="rect">
                <a:avLst/>
              </a:prstGeom>
              <a:blipFill>
                <a:blip r:embed="rId2"/>
                <a:stretch>
                  <a:fillRect l="-8333" r="-28333" b="-19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028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B8FF0-DCE9-916B-8E23-3D1D505F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DE53B8A-2413-3C27-77D1-709AFAADE34E}"/>
              </a:ext>
            </a:extLst>
          </p:cNvPr>
          <p:cNvSpPr/>
          <p:nvPr/>
        </p:nvSpPr>
        <p:spPr>
          <a:xfrm>
            <a:off x="1135380" y="1472184"/>
            <a:ext cx="9590532" cy="1956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3C1FA9-6D6C-ABBA-128E-0AF777B17B3A}"/>
              </a:ext>
            </a:extLst>
          </p:cNvPr>
          <p:cNvCxnSpPr>
            <a:cxnSpLocks/>
          </p:cNvCxnSpPr>
          <p:nvPr/>
        </p:nvCxnSpPr>
        <p:spPr>
          <a:xfrm>
            <a:off x="1135380" y="5943600"/>
            <a:ext cx="9590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2B52026-3AF2-C129-1E95-901A6A385868}"/>
              </a:ext>
            </a:extLst>
          </p:cNvPr>
          <p:cNvGrpSpPr/>
          <p:nvPr/>
        </p:nvGrpSpPr>
        <p:grpSpPr>
          <a:xfrm>
            <a:off x="1939294" y="2007626"/>
            <a:ext cx="521208" cy="904221"/>
            <a:chOff x="1719072" y="1089171"/>
            <a:chExt cx="521208" cy="904221"/>
          </a:xfrm>
        </p:grpSpPr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509094EF-C2DC-357C-AF36-3E4D539EA0DB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60FC39B-B4F0-0BBD-507E-EDD6F5D9AB18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F250C5C-34AA-384E-33C7-6214131D3EE9}"/>
              </a:ext>
            </a:extLst>
          </p:cNvPr>
          <p:cNvGrpSpPr/>
          <p:nvPr/>
        </p:nvGrpSpPr>
        <p:grpSpPr>
          <a:xfrm>
            <a:off x="3137157" y="2007626"/>
            <a:ext cx="521208" cy="904221"/>
            <a:chOff x="1719072" y="1089171"/>
            <a:chExt cx="521208" cy="904221"/>
          </a:xfrm>
        </p:grpSpPr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EE8F7633-58D3-97CF-158B-7B1EC0E76EF5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9FE5D74-DA87-4536-E4ED-8CD938DAA72D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FBE522A-AA9A-DCF9-6F51-03631A37D3E6}"/>
              </a:ext>
            </a:extLst>
          </p:cNvPr>
          <p:cNvGrpSpPr/>
          <p:nvPr/>
        </p:nvGrpSpPr>
        <p:grpSpPr>
          <a:xfrm>
            <a:off x="4426459" y="2007626"/>
            <a:ext cx="521208" cy="904221"/>
            <a:chOff x="1719072" y="1089171"/>
            <a:chExt cx="521208" cy="904221"/>
          </a:xfrm>
        </p:grpSpPr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A332EB09-6BA7-8DF1-FC91-701C1DA5E858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24C01B3-B2CF-39C0-5799-4553205BD92A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CC6A210-4ECD-5FBE-C8A5-71CA7EF972C6}"/>
              </a:ext>
            </a:extLst>
          </p:cNvPr>
          <p:cNvGrpSpPr/>
          <p:nvPr/>
        </p:nvGrpSpPr>
        <p:grpSpPr>
          <a:xfrm>
            <a:off x="5624322" y="2007626"/>
            <a:ext cx="521208" cy="904221"/>
            <a:chOff x="1719072" y="1089171"/>
            <a:chExt cx="521208" cy="904221"/>
          </a:xfrm>
        </p:grpSpPr>
        <p:sp>
          <p:nvSpPr>
            <p:cNvPr id="49" name="Arrow: Down 48">
              <a:extLst>
                <a:ext uri="{FF2B5EF4-FFF2-40B4-BE49-F238E27FC236}">
                  <a16:creationId xmlns:a16="http://schemas.microsoft.com/office/drawing/2014/main" id="{01B353E8-FA54-A016-A669-F54D0931F1F3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E1B53BF-8634-537B-E343-86BE9482F706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2DA608F-567E-6C7F-3E23-9C5820F1376F}"/>
              </a:ext>
            </a:extLst>
          </p:cNvPr>
          <p:cNvGrpSpPr/>
          <p:nvPr/>
        </p:nvGrpSpPr>
        <p:grpSpPr>
          <a:xfrm>
            <a:off x="6959344" y="2007626"/>
            <a:ext cx="521208" cy="904221"/>
            <a:chOff x="1719072" y="1089171"/>
            <a:chExt cx="521208" cy="904221"/>
          </a:xfrm>
        </p:grpSpPr>
        <p:sp>
          <p:nvSpPr>
            <p:cNvPr id="52" name="Arrow: Down 51">
              <a:extLst>
                <a:ext uri="{FF2B5EF4-FFF2-40B4-BE49-F238E27FC236}">
                  <a16:creationId xmlns:a16="http://schemas.microsoft.com/office/drawing/2014/main" id="{88E6D52D-8BBF-F0B2-F827-4F1B22F3996C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BA10491-CAAD-5922-F438-D0A2A0FC2F33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7405C5B-482C-F058-0E80-302DDFA42000}"/>
              </a:ext>
            </a:extLst>
          </p:cNvPr>
          <p:cNvGrpSpPr/>
          <p:nvPr/>
        </p:nvGrpSpPr>
        <p:grpSpPr>
          <a:xfrm>
            <a:off x="8157207" y="2007626"/>
            <a:ext cx="521208" cy="904221"/>
            <a:chOff x="1719072" y="1089171"/>
            <a:chExt cx="521208" cy="904221"/>
          </a:xfrm>
        </p:grpSpPr>
        <p:sp>
          <p:nvSpPr>
            <p:cNvPr id="55" name="Arrow: Down 54">
              <a:extLst>
                <a:ext uri="{FF2B5EF4-FFF2-40B4-BE49-F238E27FC236}">
                  <a16:creationId xmlns:a16="http://schemas.microsoft.com/office/drawing/2014/main" id="{2D781557-1251-1932-B87F-88D5089CE6BE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5047FFC-E803-CBF6-07AE-3B86BB867CE7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A55134C-2261-F2C6-D2D7-1B720D78669C}"/>
              </a:ext>
            </a:extLst>
          </p:cNvPr>
          <p:cNvGrpSpPr/>
          <p:nvPr/>
        </p:nvGrpSpPr>
        <p:grpSpPr>
          <a:xfrm>
            <a:off x="9400790" y="1989337"/>
            <a:ext cx="521208" cy="904221"/>
            <a:chOff x="1719072" y="1089171"/>
            <a:chExt cx="521208" cy="904221"/>
          </a:xfrm>
        </p:grpSpPr>
        <p:sp>
          <p:nvSpPr>
            <p:cNvPr id="58" name="Arrow: Down 57">
              <a:extLst>
                <a:ext uri="{FF2B5EF4-FFF2-40B4-BE49-F238E27FC236}">
                  <a16:creationId xmlns:a16="http://schemas.microsoft.com/office/drawing/2014/main" id="{6BA62AD9-14F2-B7A6-C17D-65DC00412866}"/>
                </a:ext>
              </a:extLst>
            </p:cNvPr>
            <p:cNvSpPr/>
            <p:nvPr/>
          </p:nvSpPr>
          <p:spPr>
            <a:xfrm rot="10800000">
              <a:off x="1764792" y="1089171"/>
              <a:ext cx="429768" cy="867645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8F59C45-BB00-7D9B-D7E1-9DFE8AA0E719}"/>
                </a:ext>
              </a:extLst>
            </p:cNvPr>
            <p:cNvSpPr/>
            <p:nvPr/>
          </p:nvSpPr>
          <p:spPr>
            <a:xfrm>
              <a:off x="1719072" y="1472184"/>
              <a:ext cx="521208" cy="5212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30B3B98-0E3D-EE8A-A833-321BFE00F7F9}"/>
              </a:ext>
            </a:extLst>
          </p:cNvPr>
          <p:cNvCxnSpPr>
            <a:cxnSpLocks/>
          </p:cNvCxnSpPr>
          <p:nvPr/>
        </p:nvCxnSpPr>
        <p:spPr>
          <a:xfrm flipV="1">
            <a:off x="1135380" y="3676650"/>
            <a:ext cx="0" cy="1671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4D0345E-33B5-879A-D027-024184710023}"/>
              </a:ext>
            </a:extLst>
          </p:cNvPr>
          <p:cNvCxnSpPr>
            <a:cxnSpLocks/>
          </p:cNvCxnSpPr>
          <p:nvPr/>
        </p:nvCxnSpPr>
        <p:spPr>
          <a:xfrm flipV="1">
            <a:off x="1023938" y="5314950"/>
            <a:ext cx="190500" cy="70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00A4384-BD3B-285F-A1E4-7A031511AE71}"/>
              </a:ext>
            </a:extLst>
          </p:cNvPr>
          <p:cNvCxnSpPr>
            <a:cxnSpLocks/>
          </p:cNvCxnSpPr>
          <p:nvPr/>
        </p:nvCxnSpPr>
        <p:spPr>
          <a:xfrm flipV="1">
            <a:off x="1023938" y="5419725"/>
            <a:ext cx="190500" cy="70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0321C46-06C6-86EE-C802-C1DC8A18EC4B}"/>
              </a:ext>
            </a:extLst>
          </p:cNvPr>
          <p:cNvCxnSpPr>
            <a:cxnSpLocks/>
          </p:cNvCxnSpPr>
          <p:nvPr/>
        </p:nvCxnSpPr>
        <p:spPr>
          <a:xfrm>
            <a:off x="1135380" y="5455158"/>
            <a:ext cx="0" cy="488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6E03D08-9EE4-25D6-E138-C1EA4BB58B6A}"/>
              </a:ext>
            </a:extLst>
          </p:cNvPr>
          <p:cNvCxnSpPr>
            <a:cxnSpLocks/>
          </p:cNvCxnSpPr>
          <p:nvPr/>
        </p:nvCxnSpPr>
        <p:spPr>
          <a:xfrm>
            <a:off x="1135380" y="4590288"/>
            <a:ext cx="9590532" cy="0"/>
          </a:xfrm>
          <a:prstGeom prst="line">
            <a:avLst/>
          </a:pr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CAD13AC-256B-212B-AA2B-4607DBA5574F}"/>
                  </a:ext>
                </a:extLst>
              </p:cNvPr>
              <p:cNvSpPr txBox="1"/>
              <p:nvPr/>
            </p:nvSpPr>
            <p:spPr>
              <a:xfrm rot="16200000">
                <a:off x="-448239" y="4405622"/>
                <a:ext cx="25079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Magnetic Field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CAD13AC-256B-212B-AA2B-4607DBA55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48239" y="4405622"/>
                <a:ext cx="2507968" cy="369332"/>
              </a:xfrm>
              <a:prstGeom prst="rect">
                <a:avLst/>
              </a:prstGeom>
              <a:blipFill>
                <a:blip r:embed="rId2"/>
                <a:stretch>
                  <a:fillRect l="-8333" r="-28333" b="-19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793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20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BUNYAN, Jack (NHS HUMBER HEALTH PARTNERSHIP - RWA)</dc:creator>
  <cp:lastModifiedBy>BUNYAN, Jack (NHS HUMBER HEALTH PARTNERSHIP - RWA)</cp:lastModifiedBy>
  <cp:revision>1</cp:revision>
  <dcterms:created xsi:type="dcterms:W3CDTF">2026-08-17T09:49:38Z</dcterms:created>
  <dcterms:modified xsi:type="dcterms:W3CDTF">2026-08-18T11:50:53Z</dcterms:modified>
</cp:coreProperties>
</file>